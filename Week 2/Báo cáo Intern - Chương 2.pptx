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2"/>
  </p:notesMasterIdLst>
  <p:handoutMasterIdLst>
    <p:handoutMasterId r:id="rId23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7/9/2026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Nosql</a:t>
            </a:r>
            <a:br>
              <a:rPr lang="en-US" dirty="0"/>
            </a:br>
            <a:r>
              <a:rPr lang="en-US" dirty="0"/>
              <a:t>database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Lê Anh Quân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F171-3275-7AD4-8B61-9B6ACB7B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E2505-FABB-01EE-26E0-5F2679E15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I. NoSQL Database</a:t>
            </a:r>
          </a:p>
          <a:p>
            <a:r>
              <a:rPr lang="en-ID" sz="2000" dirty="0"/>
              <a:t>	1. NoSQL </a:t>
            </a:r>
            <a:r>
              <a:rPr lang="en-ID" sz="2000" dirty="0" err="1"/>
              <a:t>là</a:t>
            </a:r>
            <a:r>
              <a:rPr lang="en-ID" sz="2000" dirty="0"/>
              <a:t> </a:t>
            </a:r>
            <a:r>
              <a:rPr lang="en-ID" sz="2000" dirty="0" err="1"/>
              <a:t>gì</a:t>
            </a:r>
            <a:r>
              <a:rPr lang="en-ID" sz="2000" dirty="0"/>
              <a:t>?</a:t>
            </a:r>
            <a:br>
              <a:rPr lang="en-ID" sz="2000" dirty="0"/>
            </a:br>
            <a:r>
              <a:rPr lang="en-ID" sz="2000" dirty="0"/>
              <a:t>	2. Các </a:t>
            </a:r>
            <a:r>
              <a:rPr lang="en-ID" sz="2000" dirty="0" err="1"/>
              <a:t>họ</a:t>
            </a:r>
            <a:r>
              <a:rPr lang="en-ID" sz="2000" dirty="0"/>
              <a:t> NoSQL Database </a:t>
            </a:r>
            <a:r>
              <a:rPr lang="en-ID" sz="2000" dirty="0" err="1"/>
              <a:t>chính</a:t>
            </a:r>
            <a:br>
              <a:rPr lang="en-ID" sz="2000" dirty="0"/>
            </a:br>
            <a:r>
              <a:rPr lang="en-ID" sz="2000" dirty="0"/>
              <a:t>	3. So </a:t>
            </a:r>
            <a:r>
              <a:rPr lang="en-ID" sz="2000" dirty="0" err="1"/>
              <a:t>sánh</a:t>
            </a:r>
            <a:r>
              <a:rPr lang="en-ID" sz="2000" dirty="0"/>
              <a:t> NoSQL </a:t>
            </a:r>
            <a:r>
              <a:rPr lang="en-ID" sz="2000" dirty="0" err="1"/>
              <a:t>với</a:t>
            </a:r>
            <a:r>
              <a:rPr lang="en-ID" sz="2000" dirty="0"/>
              <a:t> RDBMS</a:t>
            </a:r>
          </a:p>
          <a:p>
            <a:r>
              <a:rPr lang="en-ID" sz="2000" dirty="0"/>
              <a:t>II. MongoDB </a:t>
            </a:r>
            <a:r>
              <a:rPr lang="en-ID" sz="2000" dirty="0" err="1"/>
              <a:t>và</a:t>
            </a:r>
            <a:r>
              <a:rPr lang="en-ID" sz="2000" dirty="0"/>
              <a:t> CouchDB</a:t>
            </a:r>
          </a:p>
          <a:p>
            <a:r>
              <a:rPr lang="en-ID" sz="2000" dirty="0"/>
              <a:t>	1. MongoDB </a:t>
            </a:r>
            <a:r>
              <a:rPr lang="en-ID" sz="2000" dirty="0" err="1"/>
              <a:t>là</a:t>
            </a:r>
            <a:r>
              <a:rPr lang="en-ID" sz="2000" dirty="0"/>
              <a:t> </a:t>
            </a:r>
            <a:r>
              <a:rPr lang="en-ID" sz="2000" dirty="0" err="1"/>
              <a:t>gì</a:t>
            </a:r>
            <a:r>
              <a:rPr lang="en-ID" sz="2000" dirty="0"/>
              <a:t>?</a:t>
            </a:r>
            <a:br>
              <a:rPr lang="en-ID" sz="2000" dirty="0"/>
            </a:br>
            <a:r>
              <a:rPr lang="en-ID" sz="2000" dirty="0"/>
              <a:t>	2. CouchDB </a:t>
            </a:r>
            <a:r>
              <a:rPr lang="en-ID" sz="2000" dirty="0" err="1"/>
              <a:t>là</a:t>
            </a:r>
            <a:r>
              <a:rPr lang="en-ID" sz="2000" dirty="0"/>
              <a:t> </a:t>
            </a:r>
            <a:r>
              <a:rPr lang="en-ID" sz="2000" dirty="0" err="1"/>
              <a:t>gì</a:t>
            </a:r>
            <a:r>
              <a:rPr lang="en-ID" sz="2000" dirty="0"/>
              <a:t>?</a:t>
            </a:r>
            <a:br>
              <a:rPr lang="en-ID" sz="2000" dirty="0"/>
            </a:br>
            <a:r>
              <a:rPr lang="en-ID" sz="2000" dirty="0"/>
              <a:t>	3. So </a:t>
            </a:r>
            <a:r>
              <a:rPr lang="en-ID" sz="2000" dirty="0" err="1"/>
              <a:t>sánh</a:t>
            </a:r>
            <a:r>
              <a:rPr lang="en-ID" sz="2000" dirty="0"/>
              <a:t> MongoDB </a:t>
            </a:r>
            <a:r>
              <a:rPr lang="en-ID" sz="2000" dirty="0" err="1"/>
              <a:t>và</a:t>
            </a:r>
            <a:r>
              <a:rPr lang="en-ID" sz="2000" dirty="0"/>
              <a:t> CouchDB</a:t>
            </a:r>
          </a:p>
        </p:txBody>
      </p:sp>
    </p:spTree>
    <p:extLst>
      <p:ext uri="{BB962C8B-B14F-4D97-AF65-F5344CB8AC3E}">
        <p14:creationId xmlns:p14="http://schemas.microsoft.com/office/powerpoint/2010/main" val="396918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1F31-9426-0ED9-FE0E-3E000DFF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Nosql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EABA-C255-85AB-A9FD-2691596A3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NoSQL (Not only SQL)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triển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bài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về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phi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SQL </a:t>
            </a:r>
            <a:r>
              <a:rPr lang="en-ID" dirty="0" err="1"/>
              <a:t>cổ</a:t>
            </a:r>
            <a:r>
              <a:rPr lang="en-ID" dirty="0"/>
              <a:t> </a:t>
            </a:r>
            <a:r>
              <a:rPr lang="en-ID" dirty="0" err="1"/>
              <a:t>điển</a:t>
            </a:r>
            <a:r>
              <a:rPr lang="en-ID" dirty="0"/>
              <a:t> </a:t>
            </a:r>
            <a:r>
              <a:rPr lang="en-ID" dirty="0" err="1"/>
              <a:t>gặp</a:t>
            </a:r>
            <a:r>
              <a:rPr lang="en-ID" dirty="0"/>
              <a:t> </a:t>
            </a:r>
            <a:r>
              <a:rPr lang="en-ID" dirty="0" err="1"/>
              <a:t>bế</a:t>
            </a:r>
            <a:r>
              <a:rPr lang="en-ID" dirty="0"/>
              <a:t> </a:t>
            </a:r>
            <a:r>
              <a:rPr lang="en-ID" dirty="0" err="1"/>
              <a:t>tắc</a:t>
            </a:r>
            <a:r>
              <a:rPr lang="en-ID" dirty="0"/>
              <a:t>. </a:t>
            </a:r>
            <a:r>
              <a:rPr lang="en-ID" dirty="0" err="1"/>
              <a:t>Những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NoSQL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Linh </a:t>
            </a:r>
            <a:r>
              <a:rPr lang="en-ID" dirty="0" err="1"/>
              <a:t>hoạt</a:t>
            </a:r>
            <a:r>
              <a:rPr lang="en-ID" dirty="0"/>
              <a:t>: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cần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nghĩa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(schema) </a:t>
            </a:r>
            <a:r>
              <a:rPr lang="en-ID" dirty="0" err="1"/>
              <a:t>cố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,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dàng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 err="1"/>
              <a:t>thêm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trường</a:t>
            </a:r>
            <a:r>
              <a:rPr lang="en-ID" dirty="0"/>
              <a:t> (field)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mới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triển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dàng</a:t>
            </a:r>
            <a:r>
              <a:rPr lang="en-ID" dirty="0"/>
              <a:t>: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dàng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 err="1"/>
              <a:t>thêm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(horizontally)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phải</a:t>
            </a:r>
            <a:r>
              <a:rPr lang="en-ID" dirty="0"/>
              <a:t> </a:t>
            </a:r>
            <a:r>
              <a:rPr lang="en-ID" dirty="0" err="1"/>
              <a:t>nâng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cứng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(vertically)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Hiệu </a:t>
            </a:r>
            <a:r>
              <a:rPr lang="en-ID" dirty="0" err="1"/>
              <a:t>suất</a:t>
            </a:r>
            <a:r>
              <a:rPr lang="en-ID" dirty="0"/>
              <a:t>: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cụ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, </a:t>
            </a:r>
            <a:br>
              <a:rPr lang="en-ID" dirty="0"/>
            </a:br>
            <a:r>
              <a:rPr lang="en-ID" dirty="0" err="1"/>
              <a:t>đem</a:t>
            </a:r>
            <a:r>
              <a:rPr lang="en-ID" dirty="0"/>
              <a:t> </a:t>
            </a:r>
            <a:r>
              <a:rPr lang="en-ID" dirty="0" err="1"/>
              <a:t>lại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/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cao</a:t>
            </a:r>
            <a:br>
              <a:rPr lang="en-ID" dirty="0"/>
            </a:br>
            <a:endParaRPr lang="en-ID" dirty="0"/>
          </a:p>
          <a:p>
            <a:pPr fontAlgn="base"/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44727-16D1-3621-DA1E-E91C047BF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128" y="2695575"/>
            <a:ext cx="52101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8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1565-AD10-5B41-9433-936F2B57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Các </a:t>
            </a:r>
            <a:r>
              <a:rPr lang="en-ID" dirty="0" err="1"/>
              <a:t>họ</a:t>
            </a:r>
            <a:r>
              <a:rPr lang="en-ID" dirty="0"/>
              <a:t> NoSQL Database </a:t>
            </a:r>
            <a:r>
              <a:rPr lang="en-ID" dirty="0" err="1"/>
              <a:t>chính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F5823-67F2-BCBB-5ACA-072FE2491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2800"/>
            <a:ext cx="5102353" cy="1219200"/>
          </a:xfrm>
        </p:spPr>
        <p:txBody>
          <a:bodyPr/>
          <a:lstStyle/>
          <a:p>
            <a:r>
              <a:rPr lang="en-ID" b="1" dirty="0"/>
              <a:t>NoSQL Database Document (</a:t>
            </a:r>
            <a:r>
              <a:rPr lang="en-ID" b="1" dirty="0" err="1"/>
              <a:t>cơ</a:t>
            </a:r>
            <a:r>
              <a:rPr lang="en-ID" b="1" dirty="0"/>
              <a:t> </a:t>
            </a:r>
            <a:r>
              <a:rPr lang="en-ID" b="1" dirty="0" err="1"/>
              <a:t>sở</a:t>
            </a:r>
            <a:r>
              <a:rPr lang="en-ID" b="1" dirty="0"/>
              <a:t> </a:t>
            </a:r>
            <a:r>
              <a:rPr lang="en-ID" b="1" dirty="0" err="1"/>
              <a:t>dữ</a:t>
            </a:r>
            <a:r>
              <a:rPr lang="en-ID" b="1" dirty="0"/>
              <a:t> </a:t>
            </a:r>
            <a:r>
              <a:rPr lang="en-ID" b="1" dirty="0" err="1"/>
              <a:t>liệu</a:t>
            </a:r>
            <a:r>
              <a:rPr lang="en-ID" b="1" dirty="0"/>
              <a:t> </a:t>
            </a:r>
            <a:r>
              <a:rPr lang="en-ID" b="1" dirty="0" err="1"/>
              <a:t>hướng</a:t>
            </a:r>
            <a:r>
              <a:rPr lang="en-ID" b="1" dirty="0"/>
              <a:t> </a:t>
            </a:r>
            <a:r>
              <a:rPr lang="en-ID" b="1" dirty="0" err="1"/>
              <a:t>tài</a:t>
            </a:r>
            <a:r>
              <a:rPr lang="en-ID" b="1" dirty="0"/>
              <a:t> </a:t>
            </a:r>
            <a:r>
              <a:rPr lang="en-ID" b="1" dirty="0" err="1"/>
              <a:t>liệu</a:t>
            </a:r>
            <a:r>
              <a:rPr lang="en-ID" b="1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phi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, </a:t>
            </a:r>
            <a:r>
              <a:rPr lang="en-ID" dirty="0" err="1"/>
              <a:t>nơi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“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” (document) </a:t>
            </a:r>
            <a:r>
              <a:rPr lang="en-ID" dirty="0" err="1"/>
              <a:t>độc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,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đối</a:t>
            </a:r>
            <a:r>
              <a:rPr lang="en-ID" dirty="0"/>
              <a:t> </a:t>
            </a:r>
            <a:r>
              <a:rPr lang="en-ID" dirty="0" err="1"/>
              <a:t>tượng</a:t>
            </a:r>
            <a:r>
              <a:rPr lang="en-ID" dirty="0"/>
              <a:t> JSON.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,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bắt</a:t>
            </a:r>
            <a:r>
              <a:rPr lang="en-ID" dirty="0"/>
              <a:t> </a:t>
            </a:r>
            <a:r>
              <a:rPr lang="en-ID" dirty="0" err="1"/>
              <a:t>buộc</a:t>
            </a:r>
            <a:r>
              <a:rPr lang="en-ID" dirty="0"/>
              <a:t> </a:t>
            </a:r>
            <a:r>
              <a:rPr lang="en-ID" dirty="0" err="1"/>
              <a:t>tuân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hay </a:t>
            </a:r>
            <a:r>
              <a:rPr lang="en-ID" dirty="0" err="1"/>
              <a:t>cột</a:t>
            </a:r>
            <a:r>
              <a:rPr lang="en-ID" dirty="0"/>
              <a:t> </a:t>
            </a:r>
            <a:r>
              <a:rPr lang="en-ID" dirty="0" err="1"/>
              <a:t>cố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SQL.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FEA85-882D-2314-F32B-C70F7AEF8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12" y="1676400"/>
            <a:ext cx="5452871" cy="477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8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96D1-2857-50A9-14B3-307AC5E8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Các </a:t>
            </a:r>
            <a:r>
              <a:rPr lang="en-ID" dirty="0" err="1"/>
              <a:t>họ</a:t>
            </a:r>
            <a:r>
              <a:rPr lang="en-ID" dirty="0"/>
              <a:t> NoSQL Database </a:t>
            </a:r>
            <a:r>
              <a:rPr lang="en-ID" dirty="0" err="1"/>
              <a:t>chính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DC919-729E-018B-BF18-A981060D4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0" y="3150679"/>
            <a:ext cx="4568953" cy="1447800"/>
          </a:xfrm>
        </p:spPr>
        <p:txBody>
          <a:bodyPr/>
          <a:lstStyle/>
          <a:p>
            <a:r>
              <a:rPr lang="en-ID" b="1" dirty="0"/>
              <a:t>NoSQL Key-Value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phi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đơn</a:t>
            </a:r>
            <a:r>
              <a:rPr lang="en-ID" dirty="0"/>
              <a:t> </a:t>
            </a:r>
            <a:r>
              <a:rPr lang="en-ID" dirty="0" err="1"/>
              <a:t>giản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.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cặp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(key)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giá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(value).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mã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danh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,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tìm</a:t>
            </a:r>
            <a:r>
              <a:rPr lang="en-ID" dirty="0"/>
              <a:t> </a:t>
            </a:r>
            <a:r>
              <a:rPr lang="en-ID" dirty="0" err="1"/>
              <a:t>kiếm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xuất</a:t>
            </a:r>
            <a:r>
              <a:rPr lang="en-ID" dirty="0"/>
              <a:t> </a:t>
            </a:r>
            <a:r>
              <a:rPr lang="en-ID" dirty="0" err="1"/>
              <a:t>giá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cực</a:t>
            </a:r>
            <a:r>
              <a:rPr lang="en-ID" dirty="0"/>
              <a:t> </a:t>
            </a:r>
            <a:r>
              <a:rPr lang="en-ID" dirty="0" err="1"/>
              <a:t>kỳ</a:t>
            </a:r>
            <a:r>
              <a:rPr lang="en-ID" dirty="0"/>
              <a:t> </a:t>
            </a:r>
            <a:r>
              <a:rPr lang="en-ID" dirty="0" err="1"/>
              <a:t>nhanh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36734-641D-B384-F3C5-8B6A54A34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1564767"/>
            <a:ext cx="60293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9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98A0-CAE9-C6C6-887E-78B3BF4D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Các </a:t>
            </a:r>
            <a:r>
              <a:rPr lang="en-ID" dirty="0" err="1"/>
              <a:t>họ</a:t>
            </a:r>
            <a:r>
              <a:rPr lang="en-ID" dirty="0"/>
              <a:t> NoSQL Database </a:t>
            </a:r>
            <a:r>
              <a:rPr lang="en-ID" dirty="0" err="1"/>
              <a:t>chính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6261-4900-40C0-850B-DFB482C85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Wide-column store (</a:t>
            </a:r>
            <a:r>
              <a:rPr lang="en-ID" b="1" dirty="0" err="1"/>
              <a:t>kho</a:t>
            </a:r>
            <a:r>
              <a:rPr lang="en-ID" b="1" dirty="0"/>
              <a:t> </a:t>
            </a:r>
            <a:r>
              <a:rPr lang="en-ID" b="1" dirty="0" err="1"/>
              <a:t>lưu</a:t>
            </a:r>
            <a:r>
              <a:rPr lang="en-ID" b="1" dirty="0"/>
              <a:t> </a:t>
            </a:r>
            <a:r>
              <a:rPr lang="en-ID" b="1" dirty="0" err="1"/>
              <a:t>trữ</a:t>
            </a:r>
            <a:r>
              <a:rPr lang="en-ID" b="1" dirty="0"/>
              <a:t> </a:t>
            </a:r>
            <a:r>
              <a:rPr lang="en-ID" b="1" dirty="0" err="1"/>
              <a:t>cột</a:t>
            </a:r>
            <a:r>
              <a:rPr lang="en-ID" b="1" dirty="0"/>
              <a:t> </a:t>
            </a:r>
            <a:r>
              <a:rPr lang="en-ID" b="1" dirty="0" err="1"/>
              <a:t>rộng</a:t>
            </a:r>
            <a:r>
              <a:rPr lang="en-ID" b="1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NoSQL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,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số</a:t>
            </a:r>
            <a:r>
              <a:rPr lang="en-ID" dirty="0"/>
              <a:t>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khổng</a:t>
            </a:r>
            <a:r>
              <a:rPr lang="en-ID" dirty="0"/>
              <a:t> </a:t>
            </a:r>
            <a:r>
              <a:rPr lang="en-ID" dirty="0" err="1"/>
              <a:t>lồ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suất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/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F47A7-E66B-D51A-BABF-AAF60AF72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74" y="2819400"/>
            <a:ext cx="10160002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5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BA94-DC06-99F6-7526-E7E6BDED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Các </a:t>
            </a:r>
            <a:r>
              <a:rPr lang="en-ID" dirty="0" err="1"/>
              <a:t>họ</a:t>
            </a:r>
            <a:r>
              <a:rPr lang="en-ID" dirty="0"/>
              <a:t> NoSQL Database </a:t>
            </a:r>
            <a:r>
              <a:rPr lang="en-ID" dirty="0" err="1"/>
              <a:t>chính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0200A-3EDE-98BC-18BE-7080BA8F7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3048000"/>
            <a:ext cx="5102353" cy="1219200"/>
          </a:xfrm>
        </p:spPr>
        <p:txBody>
          <a:bodyPr/>
          <a:lstStyle/>
          <a:p>
            <a:r>
              <a:rPr lang="en-ID" b="1" dirty="0" err="1"/>
              <a:t>Cơ</a:t>
            </a:r>
            <a:r>
              <a:rPr lang="en-ID" b="1" dirty="0"/>
              <a:t> </a:t>
            </a:r>
            <a:r>
              <a:rPr lang="en-ID" b="1" dirty="0" err="1"/>
              <a:t>sở</a:t>
            </a:r>
            <a:r>
              <a:rPr lang="en-ID" b="1" dirty="0"/>
              <a:t> </a:t>
            </a:r>
            <a:r>
              <a:rPr lang="en-ID" b="1" dirty="0" err="1"/>
              <a:t>dữ</a:t>
            </a:r>
            <a:r>
              <a:rPr lang="en-ID" b="1" dirty="0"/>
              <a:t> </a:t>
            </a:r>
            <a:r>
              <a:rPr lang="en-ID" b="1" dirty="0" err="1"/>
              <a:t>liệu</a:t>
            </a:r>
            <a:r>
              <a:rPr lang="en-ID" b="1" dirty="0"/>
              <a:t> </a:t>
            </a:r>
            <a:r>
              <a:rPr lang="en-ID" b="1" dirty="0" err="1"/>
              <a:t>đồ</a:t>
            </a:r>
            <a:r>
              <a:rPr lang="en-ID" b="1" dirty="0"/>
              <a:t> </a:t>
            </a:r>
            <a:r>
              <a:rPr lang="en-ID" b="1" dirty="0" err="1"/>
              <a:t>thị</a:t>
            </a:r>
            <a:r>
              <a:rPr lang="en-ID" b="1" dirty="0"/>
              <a:t> NoSQL (NoSQL Graph Database)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phi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chuyên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biểu</a:t>
            </a:r>
            <a:r>
              <a:rPr lang="en-ID" dirty="0"/>
              <a:t> </a:t>
            </a:r>
            <a:r>
              <a:rPr lang="en-ID" dirty="0" err="1"/>
              <a:t>diễn</a:t>
            </a:r>
            <a:r>
              <a:rPr lang="en-ID" dirty="0"/>
              <a:t>,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mối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phức</a:t>
            </a:r>
            <a:r>
              <a:rPr lang="en-ID" dirty="0"/>
              <a:t> </a:t>
            </a:r>
            <a:r>
              <a:rPr lang="en-ID" dirty="0" err="1"/>
              <a:t>tạp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học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thị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69485-B898-C098-0F75-A3B1AD4B0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523" y="1447801"/>
            <a:ext cx="5266697" cy="47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9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B320B-E337-A044-23F5-2DD63727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So </a:t>
            </a:r>
            <a:r>
              <a:rPr lang="en-ID" dirty="0" err="1"/>
              <a:t>sánh</a:t>
            </a:r>
            <a:r>
              <a:rPr lang="en-ID" dirty="0"/>
              <a:t> NoSQL </a:t>
            </a:r>
            <a:r>
              <a:rPr lang="en-ID" dirty="0" err="1"/>
              <a:t>với</a:t>
            </a:r>
            <a:r>
              <a:rPr lang="en-ID" dirty="0"/>
              <a:t> RDBMS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9E0E-D820-43F5-3304-733EBA714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Các </a:t>
            </a:r>
            <a:r>
              <a:rPr lang="en-ID" b="1" dirty="0" err="1"/>
              <a:t>vấn</a:t>
            </a:r>
            <a:r>
              <a:rPr lang="en-ID" b="1" dirty="0"/>
              <a:t> </a:t>
            </a:r>
            <a:r>
              <a:rPr lang="en-ID" b="1" dirty="0" err="1"/>
              <a:t>đề</a:t>
            </a:r>
            <a:r>
              <a:rPr lang="en-ID" b="1" dirty="0"/>
              <a:t> </a:t>
            </a:r>
            <a:r>
              <a:rPr lang="en-ID" b="1" dirty="0" err="1"/>
              <a:t>cốt</a:t>
            </a:r>
            <a:r>
              <a:rPr lang="en-ID" b="1" dirty="0"/>
              <a:t> </a:t>
            </a:r>
            <a:r>
              <a:rPr lang="en-ID" b="1" dirty="0" err="1"/>
              <a:t>lõi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NoSQL </a:t>
            </a:r>
            <a:r>
              <a:rPr lang="en-ID" dirty="0" err="1"/>
              <a:t>giải</a:t>
            </a:r>
            <a:r>
              <a:rPr lang="en-ID" dirty="0"/>
              <a:t> </a:t>
            </a:r>
            <a:r>
              <a:rPr lang="en-ID" dirty="0" err="1"/>
              <a:t>quyết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(Horizontal Scaling)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Quản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(Schema Flexibility)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suất</a:t>
            </a:r>
            <a:r>
              <a:rPr lang="en-ID" dirty="0"/>
              <a:t> (High Throughput &amp; Low Latency)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61431-9F89-E1B6-E055-C850B8E19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023" y="3353955"/>
            <a:ext cx="4969642" cy="3119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19204-7875-CA5D-2EC2-BD689F4CC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357435"/>
            <a:ext cx="4549731" cy="311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5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D71C-B0B3-9037-4C52-84661FDE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98A8-118A-9422-7207-E3BC1640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MongoDB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NoSQL </a:t>
            </a:r>
            <a:r>
              <a:rPr lang="en-ID" dirty="0" err="1"/>
              <a:t>thuộc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 Document Database,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(document)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. </a:t>
            </a:r>
            <a:r>
              <a:rPr lang="en-ID" dirty="0" err="1"/>
              <a:t>Kiến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MongoDB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hướng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, 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, </a:t>
            </a:r>
            <a:r>
              <a:rPr lang="en-ID" dirty="0" err="1"/>
              <a:t>phù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7EB36-BFEE-0FB4-D83E-613A01AE1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975" y="2849612"/>
            <a:ext cx="7239000" cy="33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2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937F-B243-4DEF-35B1-8626F3C3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D2E10-CC7A-ABE4-99EC-424A00D3B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4873753" cy="4343400"/>
          </a:xfrm>
        </p:spPr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logic </a:t>
            </a:r>
            <a:r>
              <a:rPr lang="en-US" dirty="0" err="1"/>
              <a:t>của</a:t>
            </a:r>
            <a:r>
              <a:rPr lang="en-US" dirty="0"/>
              <a:t> MongoDB bao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Document</a:t>
            </a:r>
          </a:p>
          <a:p>
            <a:r>
              <a:rPr lang="en-ID" dirty="0"/>
              <a:t>Document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đơn</a:t>
            </a:r>
            <a:r>
              <a:rPr lang="en-ID" dirty="0"/>
              <a:t> </a:t>
            </a:r>
            <a:r>
              <a:rPr lang="en-ID" dirty="0" err="1"/>
              <a:t>vị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MongoDB. MongoDB </a:t>
            </a:r>
            <a:r>
              <a:rPr lang="en-ID" dirty="0" err="1"/>
              <a:t>lưu</a:t>
            </a:r>
            <a:r>
              <a:rPr lang="en-ID" dirty="0"/>
              <a:t> document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BSON (Binary JSON). </a:t>
            </a:r>
            <a:r>
              <a:rPr lang="en-ID" dirty="0" err="1"/>
              <a:t>Một</a:t>
            </a:r>
            <a:r>
              <a:rPr lang="en-ID" dirty="0"/>
              <a:t> document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chứa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Kiểu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đơn</a:t>
            </a:r>
            <a:r>
              <a:rPr lang="en-ID" dirty="0"/>
              <a:t> </a:t>
            </a:r>
            <a:r>
              <a:rPr lang="en-ID" dirty="0" err="1"/>
              <a:t>giản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Object </a:t>
            </a:r>
            <a:r>
              <a:rPr lang="en-ID" dirty="0" err="1"/>
              <a:t>lồng</a:t>
            </a:r>
            <a:r>
              <a:rPr lang="en-ID" dirty="0"/>
              <a:t> </a:t>
            </a:r>
            <a:r>
              <a:rPr lang="en-ID" dirty="0" err="1"/>
              <a:t>nhau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Mảng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Document </a:t>
            </a:r>
            <a:r>
              <a:rPr lang="en-ID" dirty="0" err="1"/>
              <a:t>khác</a:t>
            </a:r>
            <a:endParaRPr lang="en-ID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3CC6B-20EE-E6DA-4966-EFC797BC9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624" y="1447801"/>
            <a:ext cx="5614679" cy="508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4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A846-85A7-2412-EBCB-7227C75C4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F851-B0D7-4805-FD44-9FA1F6474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6245353" cy="4343400"/>
          </a:xfrm>
        </p:spPr>
        <p:txBody>
          <a:bodyPr/>
          <a:lstStyle/>
          <a:p>
            <a:r>
              <a:rPr lang="en-ID" dirty="0"/>
              <a:t>MongoDB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nơi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document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còn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chạy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. Trong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tế</a:t>
            </a:r>
            <a:r>
              <a:rPr lang="en-ID" dirty="0"/>
              <a:t>, MongoDB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triển</a:t>
            </a:r>
            <a:r>
              <a:rPr lang="en-ID" dirty="0"/>
              <a:t> </a:t>
            </a:r>
            <a:r>
              <a:rPr lang="en-ID" dirty="0" err="1"/>
              <a:t>khai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ba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Standalone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Replica Set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Sharding (Horizontal Scaling)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7E2C7-2C6F-0528-6DE1-A079A2A11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284" y="457200"/>
            <a:ext cx="3862552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A3CA0A-EC68-E7B5-519C-4ADB64D79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657600"/>
            <a:ext cx="5252440" cy="28156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563BAC-7732-16DB-5BCD-142174F60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840" y="3657600"/>
            <a:ext cx="4511996" cy="281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50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470F-19CA-B974-0E42-5DABEE78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D76D-0E45-2978-ABB7-6E9A2C88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MongoDB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Storage Engine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đĩa</a:t>
            </a:r>
            <a:r>
              <a:rPr lang="en-ID" dirty="0"/>
              <a:t>. Storage Engine </a:t>
            </a:r>
            <a:r>
              <a:rPr lang="en-ID" dirty="0" err="1"/>
              <a:t>mặc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nay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WiredTiger</a:t>
            </a:r>
            <a:r>
              <a:rPr lang="en-ID" dirty="0"/>
              <a:t>, </a:t>
            </a:r>
            <a:r>
              <a:rPr lang="en-ID" dirty="0" err="1"/>
              <a:t>cung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(concurrency) ở </a:t>
            </a:r>
            <a:r>
              <a:rPr lang="en-ID" dirty="0" err="1"/>
              <a:t>mức</a:t>
            </a:r>
            <a:r>
              <a:rPr lang="en-ID" dirty="0"/>
              <a:t> document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Nén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(data compression)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Quản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nhớ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quả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Giao </a:t>
            </a:r>
            <a:r>
              <a:rPr lang="en-ID" dirty="0" err="1"/>
              <a:t>dịch</a:t>
            </a:r>
            <a:r>
              <a:rPr lang="en-ID" dirty="0"/>
              <a:t> (transaction)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an </a:t>
            </a:r>
            <a:r>
              <a:rPr lang="en-ID" dirty="0" err="1"/>
              <a:t>toàn</a:t>
            </a:r>
            <a:r>
              <a:rPr lang="en-ID" dirty="0"/>
              <a:t> (journaling)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9E139-5932-DB89-B9B4-9687EAC59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743200"/>
            <a:ext cx="6934200" cy="364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88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D173-D667-4B15-DFB7-0200035AB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Couchdb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539C-9AEF-0AC6-93DC-F6FB6AD19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CouchDB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trị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NoSQL </a:t>
            </a:r>
            <a:r>
              <a:rPr lang="en-ID" dirty="0" err="1"/>
              <a:t>thuộc</a:t>
            </a:r>
            <a:r>
              <a:rPr lang="en-ID" dirty="0"/>
              <a:t> </a:t>
            </a:r>
            <a:r>
              <a:rPr lang="en-ID" dirty="0" err="1"/>
              <a:t>loại</a:t>
            </a:r>
            <a:r>
              <a:rPr lang="en-ID" dirty="0"/>
              <a:t> Document Database,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phát</a:t>
            </a:r>
            <a:r>
              <a:rPr lang="en-ID" dirty="0"/>
              <a:t> </a:t>
            </a:r>
            <a:r>
              <a:rPr lang="en-ID" dirty="0" err="1"/>
              <a:t>triển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tiêu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, </a:t>
            </a: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sẵn</a:t>
            </a:r>
            <a:r>
              <a:rPr lang="en-ID" dirty="0"/>
              <a:t> </a:t>
            </a:r>
            <a:r>
              <a:rPr lang="en-ID" dirty="0" err="1"/>
              <a:t>sàng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.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giống</a:t>
            </a:r>
            <a:r>
              <a:rPr lang="en-ID" dirty="0"/>
              <a:t> MongoDB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ngang</a:t>
            </a:r>
            <a:r>
              <a:rPr lang="en-ID" dirty="0"/>
              <a:t>, CouchDB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triết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"offline-first",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chép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nút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cả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mạng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ổn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1B97A-BF70-2B65-8B62-D7F784027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37" y="3077071"/>
            <a:ext cx="9523475" cy="309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48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64ED-9699-DCF5-4ACC-36E952D3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Couchdb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DE8C-EE5B-58E2-FC0E-BFEC6EE8F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33600"/>
            <a:ext cx="4187953" cy="3581400"/>
          </a:xfrm>
        </p:spPr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logic </a:t>
            </a:r>
            <a:r>
              <a:rPr lang="en-US" dirty="0" err="1"/>
              <a:t>của</a:t>
            </a:r>
            <a:r>
              <a:rPr lang="en-US" dirty="0"/>
              <a:t> CouchDB bao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Database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Document: </a:t>
            </a:r>
            <a:r>
              <a:rPr lang="en-ID" dirty="0" err="1"/>
              <a:t>Đơn</a:t>
            </a:r>
            <a:r>
              <a:rPr lang="en-ID" dirty="0"/>
              <a:t> </a:t>
            </a:r>
            <a:r>
              <a:rPr lang="en-ID" dirty="0" err="1"/>
              <a:t>vị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JSON. </a:t>
            </a:r>
            <a:r>
              <a:rPr lang="en-ID" dirty="0" err="1"/>
              <a:t>Mỗi</a:t>
            </a:r>
            <a:r>
              <a:rPr lang="en-ID" dirty="0"/>
              <a:t> document </a:t>
            </a:r>
            <a:r>
              <a:rPr lang="en-ID" dirty="0" err="1"/>
              <a:t>đều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2 </a:t>
            </a:r>
            <a:r>
              <a:rPr lang="en-ID" dirty="0" err="1"/>
              <a:t>trường</a:t>
            </a: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: </a:t>
            </a:r>
            <a:r>
              <a:rPr lang="en-ID" sz="1200" dirty="0"/>
              <a:t>_id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sz="1200" dirty="0"/>
              <a:t> _rev</a:t>
            </a:r>
            <a:r>
              <a:rPr lang="en-ID" dirty="0"/>
              <a:t>,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:</a:t>
            </a:r>
          </a:p>
          <a:p>
            <a:pPr marL="400050" lvl="1" indent="-171450" fontAlgn="base">
              <a:buFont typeface="Arial" panose="020B0604020202020204" pitchFamily="34" charset="0"/>
              <a:buChar char="•"/>
            </a:pPr>
            <a:r>
              <a:rPr lang="en-ID" sz="1200" dirty="0"/>
              <a:t>_id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khóa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danh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document</a:t>
            </a:r>
          </a:p>
          <a:p>
            <a:pPr marL="400050" lvl="1" indent="-171450" fontAlgn="base">
              <a:buFont typeface="Arial" panose="020B0604020202020204" pitchFamily="34" charset="0"/>
              <a:buChar char="•"/>
            </a:pPr>
            <a:r>
              <a:rPr lang="en-ID" sz="1200" dirty="0"/>
              <a:t>_rev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mã</a:t>
            </a:r>
            <a:r>
              <a:rPr lang="en-ID" dirty="0"/>
              <a:t> </a:t>
            </a:r>
            <a:r>
              <a:rPr lang="en-ID" dirty="0" err="1"/>
              <a:t>phiên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document,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nhật</a:t>
            </a:r>
            <a:r>
              <a:rPr lang="en-ID" dirty="0"/>
              <a:t>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lần</a:t>
            </a:r>
            <a:r>
              <a:rPr lang="en-ID" dirty="0"/>
              <a:t> </a:t>
            </a:r>
            <a:r>
              <a:rPr lang="en-ID" dirty="0" err="1"/>
              <a:t>chỉnh</a:t>
            </a:r>
            <a:r>
              <a:rPr lang="en-ID" dirty="0"/>
              <a:t> </a:t>
            </a:r>
            <a:r>
              <a:rPr lang="en-ID" dirty="0" err="1"/>
              <a:t>sửa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phiên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xung</a:t>
            </a:r>
            <a:r>
              <a:rPr lang="en-ID" dirty="0"/>
              <a:t> </a:t>
            </a:r>
            <a:r>
              <a:rPr lang="en-ID" dirty="0" err="1"/>
              <a:t>đột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endParaRPr lang="en-ID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Field: Document bao </a:t>
            </a:r>
            <a:r>
              <a:rPr lang="en-ID" dirty="0" err="1"/>
              <a:t>gồm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cặp</a:t>
            </a:r>
            <a:r>
              <a:rPr lang="en-ID" dirty="0"/>
              <a:t> key-value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Attachment: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ảnh</a:t>
            </a:r>
            <a:r>
              <a:rPr lang="en-ID" dirty="0"/>
              <a:t>, PDF, word…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đính</a:t>
            </a:r>
            <a:r>
              <a:rPr lang="en-ID" dirty="0"/>
              <a:t> </a:t>
            </a:r>
            <a:r>
              <a:rPr lang="en-ID" dirty="0" err="1"/>
              <a:t>kèm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document</a:t>
            </a:r>
          </a:p>
          <a:p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3A87C-F91E-4ED3-D861-925082A79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436" y="2057400"/>
            <a:ext cx="6637867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90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6A7-2836-634C-2B4C-2CC6D818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Couchdb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44CC-BB43-58C9-A95D-1A13A4FD7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705100"/>
            <a:ext cx="4949953" cy="2438400"/>
          </a:xfrm>
        </p:spPr>
        <p:txBody>
          <a:bodyPr/>
          <a:lstStyle/>
          <a:p>
            <a:r>
              <a:rPr lang="en-ID" dirty="0"/>
              <a:t>CouchDB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.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MongoDB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driver </a:t>
            </a:r>
            <a:r>
              <a:rPr lang="en-ID" dirty="0" err="1"/>
              <a:t>chuyên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, CouchDB </a:t>
            </a:r>
            <a:r>
              <a:rPr lang="en-ID" dirty="0" err="1"/>
              <a:t>giao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yếu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qua RESTful HTTP API,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ngôn</a:t>
            </a:r>
            <a:r>
              <a:rPr lang="en-ID" dirty="0"/>
              <a:t> </a:t>
            </a:r>
            <a:r>
              <a:rPr lang="en-ID" dirty="0" err="1"/>
              <a:t>ngữ</a:t>
            </a:r>
            <a:r>
              <a:rPr lang="en-ID" dirty="0"/>
              <a:t> </a:t>
            </a:r>
            <a:r>
              <a:rPr lang="en-ID" dirty="0" err="1"/>
              <a:t>lập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dàng</a:t>
            </a:r>
            <a:r>
              <a:rPr lang="en-ID" dirty="0"/>
              <a:t>. </a:t>
            </a:r>
            <a:r>
              <a:rPr lang="en-ID" dirty="0" err="1"/>
              <a:t>Giống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MongoDB, CouchDB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triển</a:t>
            </a:r>
            <a:r>
              <a:rPr lang="en-ID" dirty="0"/>
              <a:t> </a:t>
            </a:r>
            <a:r>
              <a:rPr lang="en-ID" dirty="0" err="1"/>
              <a:t>khai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3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Standalone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Replication (Data Replication)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Cluster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2079A-C1ED-9589-1AF4-5793B3E59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1" y="2133600"/>
            <a:ext cx="593934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90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D3CD-751E-1167-7BF7-7FA91B7C3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Couchdb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9E695-63ED-466B-B8F7-06C4EA35F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CouchDB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Append-Only B-tree, </a:t>
            </a:r>
            <a:r>
              <a:rPr lang="en-ID" dirty="0" err="1"/>
              <a:t>tức</a:t>
            </a:r>
            <a:r>
              <a:rPr lang="en-ID" dirty="0"/>
              <a:t>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lần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</a:t>
            </a:r>
            <a:r>
              <a:rPr lang="en-ID" dirty="0" err="1"/>
              <a:t>nhật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thêm</a:t>
            </a:r>
            <a:r>
              <a:rPr lang="en-ID" dirty="0"/>
              <a:t> </a:t>
            </a:r>
            <a:r>
              <a:rPr lang="en-ID" dirty="0" err="1"/>
              <a:t>mới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</a:t>
            </a:r>
            <a:r>
              <a:rPr lang="en-ID" dirty="0" err="1"/>
              <a:t>cuối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.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giảm</a:t>
            </a:r>
            <a:r>
              <a:rPr lang="en-ID" dirty="0"/>
              <a:t> </a:t>
            </a:r>
            <a:r>
              <a:rPr lang="en-ID" dirty="0" err="1"/>
              <a:t>nguy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mất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</a:t>
            </a:r>
            <a:r>
              <a:rPr lang="en-ID" dirty="0" err="1"/>
              <a:t>tăng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tin </a:t>
            </a:r>
            <a:r>
              <a:rPr lang="en-ID" dirty="0" err="1"/>
              <a:t>cậy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phiên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. </a:t>
            </a:r>
            <a:r>
              <a:rPr lang="en-ID" dirty="0" err="1"/>
              <a:t>Những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xóa</a:t>
            </a:r>
            <a:r>
              <a:rPr lang="en-ID" dirty="0"/>
              <a:t> </a:t>
            </a:r>
            <a:r>
              <a:rPr lang="en-ID" dirty="0" err="1"/>
              <a:t>vẫn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tồn</a:t>
            </a:r>
            <a:r>
              <a:rPr lang="en-ID" dirty="0"/>
              <a:t> </a:t>
            </a:r>
            <a:r>
              <a:rPr lang="en-ID" dirty="0" err="1"/>
              <a:t>tại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database </a:t>
            </a:r>
            <a:r>
              <a:rPr lang="en-ID" dirty="0" err="1"/>
              <a:t>nhưng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đánh</a:t>
            </a:r>
            <a:r>
              <a:rPr lang="en-ID" dirty="0"/>
              <a:t> </a:t>
            </a:r>
            <a:r>
              <a:rPr lang="en-ID" dirty="0" err="1"/>
              <a:t>dấu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đã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xóa</a:t>
            </a:r>
            <a:r>
              <a:rPr lang="en-ID" dirty="0"/>
              <a:t>.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tái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những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bởi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Compaction,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kích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thủ</a:t>
            </a:r>
            <a:r>
              <a:rPr lang="en-ID" dirty="0"/>
              <a:t> </a:t>
            </a:r>
            <a:r>
              <a:rPr lang="en-ID" dirty="0" err="1"/>
              <a:t>công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kích</a:t>
            </a:r>
            <a:r>
              <a:rPr lang="en-ID" dirty="0"/>
              <a:t> </a:t>
            </a:r>
            <a:r>
              <a:rPr lang="en-ID" dirty="0" err="1"/>
              <a:t>thước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database </a:t>
            </a:r>
            <a:r>
              <a:rPr lang="en-ID" dirty="0" err="1"/>
              <a:t>đạt</a:t>
            </a:r>
            <a:r>
              <a:rPr lang="en-ID" dirty="0"/>
              <a:t> </a:t>
            </a:r>
            <a:r>
              <a:rPr lang="en-ID" dirty="0" err="1"/>
              <a:t>tới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ngưỡng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D76ED-9A35-6A6C-42D5-3A12147B4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543" y="2971800"/>
            <a:ext cx="769091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54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8659-9611-F3A5-95F1-DC41B319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So </a:t>
            </a:r>
            <a:r>
              <a:rPr lang="en-ID" dirty="0" err="1"/>
              <a:t>sánh</a:t>
            </a:r>
            <a:r>
              <a:rPr lang="en-ID" dirty="0"/>
              <a:t> MongoDB </a:t>
            </a:r>
            <a:r>
              <a:rPr lang="en-ID" dirty="0" err="1"/>
              <a:t>Và</a:t>
            </a:r>
            <a:r>
              <a:rPr lang="en-ID" dirty="0"/>
              <a:t> CouchDB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DF2B-1BEC-1933-7F63-AFAE73525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352" y="2442785"/>
            <a:ext cx="4946903" cy="2971800"/>
          </a:xfrm>
        </p:spPr>
        <p:txBody>
          <a:bodyPr/>
          <a:lstStyle/>
          <a:p>
            <a:r>
              <a:rPr lang="en-ID" dirty="0" err="1"/>
              <a:t>Mặc</a:t>
            </a:r>
            <a:r>
              <a:rPr lang="en-ID" dirty="0"/>
              <a:t> </a:t>
            </a:r>
            <a:r>
              <a:rPr lang="en-ID" dirty="0" err="1"/>
              <a:t>dù</a:t>
            </a:r>
            <a:r>
              <a:rPr lang="en-ID" dirty="0"/>
              <a:t> </a:t>
            </a:r>
            <a:r>
              <a:rPr lang="en-ID" dirty="0" err="1"/>
              <a:t>đều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NoSQL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tài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MongoDB </a:t>
            </a:r>
            <a:r>
              <a:rPr lang="en-ID" dirty="0" err="1"/>
              <a:t>và</a:t>
            </a:r>
            <a:r>
              <a:rPr lang="en-ID" dirty="0"/>
              <a:t> CouchDB </a:t>
            </a:r>
            <a:r>
              <a:rPr lang="en-ID" dirty="0" err="1"/>
              <a:t>hướng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bài</a:t>
            </a:r>
            <a:r>
              <a:rPr lang="en-ID" dirty="0"/>
              <a:t> </a:t>
            </a:r>
            <a:r>
              <a:rPr lang="en-ID" dirty="0" err="1"/>
              <a:t>toán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MongoDB </a:t>
            </a:r>
            <a:r>
              <a:rPr lang="en-ID" dirty="0" err="1"/>
              <a:t>phù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yêu</a:t>
            </a:r>
            <a:r>
              <a:rPr lang="en-ID" dirty="0"/>
              <a:t> </a:t>
            </a:r>
            <a:r>
              <a:rPr lang="en-ID" dirty="0" err="1"/>
              <a:t>cầu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,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,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chiều</a:t>
            </a:r>
            <a:r>
              <a:rPr lang="en-ID" dirty="0"/>
              <a:t> </a:t>
            </a:r>
            <a:r>
              <a:rPr lang="en-ID" dirty="0" err="1"/>
              <a:t>ngang</a:t>
            </a:r>
            <a:r>
              <a:rPr lang="en-ID" dirty="0"/>
              <a:t>, </a:t>
            </a:r>
            <a:r>
              <a:rPr lang="en-ID" dirty="0" err="1"/>
              <a:t>chẳng</a:t>
            </a:r>
            <a:r>
              <a:rPr lang="en-ID" dirty="0"/>
              <a:t> </a:t>
            </a:r>
            <a:r>
              <a:rPr lang="en-ID" dirty="0" err="1"/>
              <a:t>hạn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web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,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Big Data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nền</a:t>
            </a:r>
            <a:r>
              <a:rPr lang="en-ID" dirty="0"/>
              <a:t> </a:t>
            </a:r>
            <a:r>
              <a:rPr lang="en-ID" dirty="0" err="1"/>
              <a:t>tảng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D" dirty="0"/>
              <a:t>CouchDB </a:t>
            </a:r>
            <a:r>
              <a:rPr lang="en-ID" dirty="0" err="1"/>
              <a:t>nổi</a:t>
            </a:r>
            <a:r>
              <a:rPr lang="en-ID" dirty="0"/>
              <a:t> </a:t>
            </a:r>
            <a:r>
              <a:rPr lang="en-ID" dirty="0" err="1"/>
              <a:t>bật</a:t>
            </a:r>
            <a:r>
              <a:rPr lang="en-ID" dirty="0"/>
              <a:t> ở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giữa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, </a:t>
            </a:r>
            <a:r>
              <a:rPr lang="en-ID" dirty="0" err="1"/>
              <a:t>làm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ngoại</a:t>
            </a:r>
            <a:r>
              <a:rPr lang="en-ID" dirty="0"/>
              <a:t> </a:t>
            </a:r>
            <a:r>
              <a:rPr lang="en-ID" dirty="0" err="1"/>
              <a:t>tuyến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xung</a:t>
            </a:r>
            <a:r>
              <a:rPr lang="en-ID" dirty="0"/>
              <a:t> </a:t>
            </a:r>
            <a:r>
              <a:rPr lang="en-ID" dirty="0" err="1"/>
              <a:t>đột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môi</a:t>
            </a:r>
            <a:r>
              <a:rPr lang="en-ID" dirty="0"/>
              <a:t> </a:t>
            </a:r>
            <a:r>
              <a:rPr lang="en-ID" dirty="0" err="1"/>
              <a:t>trường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. </a:t>
            </a:r>
            <a:r>
              <a:rPr lang="en-ID" dirty="0" err="1"/>
              <a:t>Đây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lựa</a:t>
            </a:r>
            <a:r>
              <a:rPr lang="en-ID" dirty="0"/>
              <a:t> </a:t>
            </a:r>
            <a:r>
              <a:rPr lang="en-ID" dirty="0" err="1"/>
              <a:t>chọn</a:t>
            </a:r>
            <a:r>
              <a:rPr lang="en-ID" dirty="0"/>
              <a:t> </a:t>
            </a:r>
            <a:r>
              <a:rPr lang="en-ID" dirty="0" err="1"/>
              <a:t>phù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di </a:t>
            </a:r>
            <a:r>
              <a:rPr lang="en-ID" dirty="0" err="1"/>
              <a:t>động</a:t>
            </a:r>
            <a:r>
              <a:rPr lang="en-ID" dirty="0"/>
              <a:t>, IoT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xuyên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mạng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ổn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12873-642D-D5FA-E5D7-D8FACCD94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03458"/>
            <a:ext cx="5334000" cy="445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60041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{7DAA69D8-4081-41AA-AF90-59615CB54555}0f45c1b8-b519-4737-8f12-a18148944ef7-TFfcaeb239-e0ad-43c4-9739-4084ddd7c62fe496f549_win32</Template>
  <TotalTime>87</TotalTime>
  <Words>1358</Words>
  <Application>Microsoft Office PowerPoint</Application>
  <PresentationFormat>Widescreen</PresentationFormat>
  <Paragraphs>71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Bahnschrift SemiLight</vt:lpstr>
      <vt:lpstr>Blockwork elegance</vt:lpstr>
      <vt:lpstr>Nosql database</vt:lpstr>
      <vt:lpstr>Mục lục</vt:lpstr>
      <vt:lpstr>Nosql là gì?</vt:lpstr>
      <vt:lpstr>Các họ NoSQL Database chính</vt:lpstr>
      <vt:lpstr>Các họ NoSQL Database chính</vt:lpstr>
      <vt:lpstr>Các họ NoSQL Database chính</vt:lpstr>
      <vt:lpstr>Các họ NoSQL Database chính</vt:lpstr>
      <vt:lpstr>So sánh NoSQL với RDBMS</vt:lpstr>
      <vt:lpstr>MONGODB là gì?</vt:lpstr>
      <vt:lpstr>MONGODB Là gì?</vt:lpstr>
      <vt:lpstr>Mongodb là gì?</vt:lpstr>
      <vt:lpstr>Mongodb là gì?</vt:lpstr>
      <vt:lpstr>Couchdb là gì?</vt:lpstr>
      <vt:lpstr>Couchdb là gì?</vt:lpstr>
      <vt:lpstr>Couchdb là gì?</vt:lpstr>
      <vt:lpstr>Couchdb là gì?</vt:lpstr>
      <vt:lpstr>So sánh MongoDB Và CouchDB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Anh Quan  (S.CECS)</dc:creator>
  <cp:lastModifiedBy>Le Anh Quan  (S.CECS)</cp:lastModifiedBy>
  <cp:revision>1</cp:revision>
  <dcterms:created xsi:type="dcterms:W3CDTF">2026-07-09T08:10:45Z</dcterms:created>
  <dcterms:modified xsi:type="dcterms:W3CDTF">2026-07-09T09:38:33Z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