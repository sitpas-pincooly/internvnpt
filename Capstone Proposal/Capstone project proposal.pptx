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16"/>
  </p:notesMasterIdLst>
  <p:handoutMasterIdLst>
    <p:handoutMasterId r:id="rId17"/>
  </p:handoutMasterIdLst>
  <p:sldIdLst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30"/>
  </p:normalViewPr>
  <p:slideViewPr>
    <p:cSldViewPr showGuides="1">
      <p:cViewPr varScale="1">
        <p:scale>
          <a:sx n="84" d="100"/>
          <a:sy n="84" d="100"/>
        </p:scale>
        <p:origin x="65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530525-7B17-4F9A-94C0-96D9D8F01157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D"/>
        </a:p>
      </dgm:t>
    </dgm:pt>
    <dgm:pt modelId="{8DC6F094-7ABF-4C23-A853-6584B585C9F6}">
      <dgm:prSet phldrT="[Text]" phldr="0"/>
      <dgm:spPr/>
      <dgm:t>
        <a:bodyPr/>
        <a:lstStyle/>
        <a:p>
          <a:r>
            <a:rPr lang="en-US" dirty="0"/>
            <a:t>Python </a:t>
          </a:r>
          <a:r>
            <a:rPr lang="en-US" dirty="0" err="1"/>
            <a:t>sinh</a:t>
          </a:r>
          <a:r>
            <a:rPr lang="en-US" dirty="0"/>
            <a:t> </a:t>
          </a:r>
          <a:r>
            <a:rPr lang="en-US" dirty="0" err="1"/>
            <a:t>dữ</a:t>
          </a:r>
          <a:r>
            <a:rPr lang="en-US" dirty="0"/>
            <a:t> </a:t>
          </a:r>
          <a:r>
            <a:rPr lang="en-US" dirty="0" err="1"/>
            <a:t>liệu</a:t>
          </a:r>
          <a:r>
            <a:rPr lang="en-US" dirty="0"/>
            <a:t> </a:t>
          </a:r>
          <a:r>
            <a:rPr lang="en-US" dirty="0" err="1"/>
            <a:t>mạng</a:t>
          </a:r>
          <a:r>
            <a:rPr lang="en-US" dirty="0"/>
            <a:t> </a:t>
          </a:r>
          <a:r>
            <a:rPr lang="en-US" dirty="0" err="1"/>
            <a:t>dạng</a:t>
          </a:r>
          <a:r>
            <a:rPr lang="en-US" dirty="0"/>
            <a:t> JSON</a:t>
          </a:r>
          <a:endParaRPr lang="en-ID" dirty="0"/>
        </a:p>
      </dgm:t>
    </dgm:pt>
    <dgm:pt modelId="{4C4A9C9D-72D0-4BD3-A467-713E4403BCCF}" type="parTrans" cxnId="{0A1630A4-3662-420A-B47F-A7BA855DBF7B}">
      <dgm:prSet/>
      <dgm:spPr/>
      <dgm:t>
        <a:bodyPr/>
        <a:lstStyle/>
        <a:p>
          <a:endParaRPr lang="en-ID"/>
        </a:p>
      </dgm:t>
    </dgm:pt>
    <dgm:pt modelId="{0026731B-DB36-448B-B8B4-E6264462E651}" type="sibTrans" cxnId="{0A1630A4-3662-420A-B47F-A7BA855DBF7B}">
      <dgm:prSet/>
      <dgm:spPr/>
      <dgm:t>
        <a:bodyPr/>
        <a:lstStyle/>
        <a:p>
          <a:endParaRPr lang="en-ID"/>
        </a:p>
      </dgm:t>
    </dgm:pt>
    <dgm:pt modelId="{4142418C-EA18-4F9D-BAA6-F4E4A19AC6E0}">
      <dgm:prSet phldrT="[Text]" phldr="0"/>
      <dgm:spPr/>
      <dgm:t>
        <a:bodyPr/>
        <a:lstStyle/>
        <a:p>
          <a:r>
            <a:rPr lang="en-US" dirty="0" err="1"/>
            <a:t>Gửi</a:t>
          </a:r>
          <a:r>
            <a:rPr lang="en-US" dirty="0"/>
            <a:t> </a:t>
          </a:r>
          <a:r>
            <a:rPr lang="en-US" dirty="0" err="1"/>
            <a:t>dữ</a:t>
          </a:r>
          <a:r>
            <a:rPr lang="en-US" dirty="0"/>
            <a:t> </a:t>
          </a:r>
          <a:r>
            <a:rPr lang="en-US" dirty="0" err="1"/>
            <a:t>liệu</a:t>
          </a:r>
          <a:r>
            <a:rPr lang="en-US" dirty="0"/>
            <a:t> </a:t>
          </a:r>
          <a:r>
            <a:rPr lang="en-US" dirty="0" err="1"/>
            <a:t>tới</a:t>
          </a:r>
          <a:r>
            <a:rPr lang="en-US" dirty="0"/>
            <a:t> Apache Kafka</a:t>
          </a:r>
          <a:endParaRPr lang="en-ID" dirty="0"/>
        </a:p>
      </dgm:t>
    </dgm:pt>
    <dgm:pt modelId="{F1F62C00-37FE-420E-AD5F-2F5D3D3BBAC9}" type="parTrans" cxnId="{CB91AD9A-4749-4C8F-AFCF-820578FF2EE3}">
      <dgm:prSet/>
      <dgm:spPr/>
      <dgm:t>
        <a:bodyPr/>
        <a:lstStyle/>
        <a:p>
          <a:endParaRPr lang="en-ID"/>
        </a:p>
      </dgm:t>
    </dgm:pt>
    <dgm:pt modelId="{3420706E-7841-4CCB-809B-EE40EDFCB392}" type="sibTrans" cxnId="{CB91AD9A-4749-4C8F-AFCF-820578FF2EE3}">
      <dgm:prSet/>
      <dgm:spPr/>
      <dgm:t>
        <a:bodyPr/>
        <a:lstStyle/>
        <a:p>
          <a:endParaRPr lang="en-ID"/>
        </a:p>
      </dgm:t>
    </dgm:pt>
    <dgm:pt modelId="{FDB53E8E-3220-4F4C-8BB5-A88315EB8F6E}">
      <dgm:prSet phldrT="[Text]" phldr="0"/>
      <dgm:spPr/>
      <dgm:t>
        <a:bodyPr/>
        <a:lstStyle/>
        <a:p>
          <a:r>
            <a:rPr lang="en-US" dirty="0"/>
            <a:t>Spark SS </a:t>
          </a:r>
          <a:r>
            <a:rPr lang="en-US" dirty="0" err="1"/>
            <a:t>đọc</a:t>
          </a:r>
          <a:r>
            <a:rPr lang="en-US" dirty="0"/>
            <a:t> </a:t>
          </a:r>
          <a:r>
            <a:rPr lang="en-US" dirty="0" err="1"/>
            <a:t>dữ</a:t>
          </a:r>
          <a:r>
            <a:rPr lang="en-US" dirty="0"/>
            <a:t> </a:t>
          </a:r>
          <a:r>
            <a:rPr lang="en-US" dirty="0" err="1"/>
            <a:t>liệu</a:t>
          </a:r>
          <a:r>
            <a:rPr lang="en-US" dirty="0"/>
            <a:t> </a:t>
          </a:r>
          <a:r>
            <a:rPr lang="en-US" dirty="0" err="1"/>
            <a:t>theo</a:t>
          </a:r>
          <a:r>
            <a:rPr lang="en-US" dirty="0"/>
            <a:t> micro-batch</a:t>
          </a:r>
          <a:endParaRPr lang="en-ID" dirty="0"/>
        </a:p>
      </dgm:t>
    </dgm:pt>
    <dgm:pt modelId="{F754CCC9-7327-4B90-B41F-18E41B6CA48E}" type="parTrans" cxnId="{B17C4109-DC26-4BF1-87E3-9AD64BBB2F40}">
      <dgm:prSet/>
      <dgm:spPr/>
      <dgm:t>
        <a:bodyPr/>
        <a:lstStyle/>
        <a:p>
          <a:endParaRPr lang="en-ID"/>
        </a:p>
      </dgm:t>
    </dgm:pt>
    <dgm:pt modelId="{49016264-68B3-442B-86BB-544ADAE14C1C}" type="sibTrans" cxnId="{B17C4109-DC26-4BF1-87E3-9AD64BBB2F40}">
      <dgm:prSet/>
      <dgm:spPr/>
      <dgm:t>
        <a:bodyPr/>
        <a:lstStyle/>
        <a:p>
          <a:endParaRPr lang="en-ID"/>
        </a:p>
      </dgm:t>
    </dgm:pt>
    <dgm:pt modelId="{EE72D9F0-0891-497B-B3D4-73A500F0D326}">
      <dgm:prSet phldrT="[Text]"/>
      <dgm:spPr/>
      <dgm:t>
        <a:bodyPr/>
        <a:lstStyle/>
        <a:p>
          <a:r>
            <a:rPr lang="en-US" dirty="0" err="1"/>
            <a:t>Đọc</a:t>
          </a:r>
          <a:r>
            <a:rPr lang="en-US" dirty="0"/>
            <a:t> </a:t>
          </a:r>
          <a:r>
            <a:rPr lang="en-US" dirty="0" err="1"/>
            <a:t>tập</a:t>
          </a:r>
          <a:r>
            <a:rPr lang="en-US" dirty="0"/>
            <a:t> </a:t>
          </a:r>
          <a:r>
            <a:rPr lang="en-US" dirty="0" err="1"/>
            <a:t>luật</a:t>
          </a:r>
          <a:r>
            <a:rPr lang="en-US" dirty="0"/>
            <a:t> JSON </a:t>
          </a:r>
          <a:r>
            <a:rPr lang="en-US" dirty="0" err="1"/>
            <a:t>và</a:t>
          </a:r>
          <a:r>
            <a:rPr lang="en-US" dirty="0"/>
            <a:t> </a:t>
          </a:r>
          <a:r>
            <a:rPr lang="en-US" dirty="0" err="1"/>
            <a:t>phát</a:t>
          </a:r>
          <a:r>
            <a:rPr lang="en-US" dirty="0"/>
            <a:t> </a:t>
          </a:r>
          <a:r>
            <a:rPr lang="en-US" dirty="0" err="1"/>
            <a:t>hiện</a:t>
          </a:r>
          <a:r>
            <a:rPr lang="en-US" dirty="0"/>
            <a:t> </a:t>
          </a:r>
          <a:r>
            <a:rPr lang="en-US" dirty="0" err="1"/>
            <a:t>tấn</a:t>
          </a:r>
          <a:r>
            <a:rPr lang="en-US" dirty="0"/>
            <a:t> </a:t>
          </a:r>
          <a:r>
            <a:rPr lang="en-US" dirty="0" err="1"/>
            <a:t>công</a:t>
          </a:r>
          <a:endParaRPr lang="en-ID" dirty="0"/>
        </a:p>
      </dgm:t>
    </dgm:pt>
    <dgm:pt modelId="{86733B28-68B6-4F16-A2F7-DF6E93E6A629}" type="parTrans" cxnId="{052A99F2-20FD-45E9-8B58-B8EE1E300492}">
      <dgm:prSet/>
      <dgm:spPr/>
      <dgm:t>
        <a:bodyPr/>
        <a:lstStyle/>
        <a:p>
          <a:endParaRPr lang="en-ID"/>
        </a:p>
      </dgm:t>
    </dgm:pt>
    <dgm:pt modelId="{E26CAC78-270A-4DC1-A051-EAA8076078EF}" type="sibTrans" cxnId="{052A99F2-20FD-45E9-8B58-B8EE1E300492}">
      <dgm:prSet/>
      <dgm:spPr/>
      <dgm:t>
        <a:bodyPr/>
        <a:lstStyle/>
        <a:p>
          <a:endParaRPr lang="en-ID"/>
        </a:p>
      </dgm:t>
    </dgm:pt>
    <dgm:pt modelId="{07DEB94F-77B2-42C5-8691-DEC487A13307}">
      <dgm:prSet phldrT="[Text]"/>
      <dgm:spPr/>
      <dgm:t>
        <a:bodyPr/>
        <a:lstStyle/>
        <a:p>
          <a:r>
            <a:rPr lang="en-US" dirty="0" err="1"/>
            <a:t>Tiền</a:t>
          </a:r>
          <a:r>
            <a:rPr lang="en-US" dirty="0"/>
            <a:t> </a:t>
          </a:r>
          <a:r>
            <a:rPr lang="en-US" dirty="0" err="1"/>
            <a:t>xử</a:t>
          </a:r>
          <a:r>
            <a:rPr lang="en-US" dirty="0"/>
            <a:t> </a:t>
          </a:r>
          <a:r>
            <a:rPr lang="en-US" dirty="0" err="1"/>
            <a:t>lý</a:t>
          </a:r>
          <a:r>
            <a:rPr lang="en-US" dirty="0"/>
            <a:t> </a:t>
          </a:r>
          <a:r>
            <a:rPr lang="en-US" dirty="0" err="1"/>
            <a:t>và</a:t>
          </a:r>
          <a:r>
            <a:rPr lang="en-US" dirty="0"/>
            <a:t> </a:t>
          </a:r>
          <a:r>
            <a:rPr lang="en-US" dirty="0" err="1"/>
            <a:t>chuyển</a:t>
          </a:r>
          <a:r>
            <a:rPr lang="en-US" dirty="0"/>
            <a:t> </a:t>
          </a:r>
          <a:r>
            <a:rPr lang="en-US" dirty="0" err="1"/>
            <a:t>thành</a:t>
          </a:r>
          <a:r>
            <a:rPr lang="en-US" dirty="0"/>
            <a:t> </a:t>
          </a:r>
          <a:r>
            <a:rPr lang="en-US" dirty="0" err="1"/>
            <a:t>DataFrame</a:t>
          </a:r>
          <a:endParaRPr lang="en-ID" dirty="0"/>
        </a:p>
      </dgm:t>
    </dgm:pt>
    <dgm:pt modelId="{05DB8495-9AAC-45D0-801D-612162F70158}" type="parTrans" cxnId="{8FBB6E7D-DD53-4337-A937-56AEE1555DE3}">
      <dgm:prSet/>
      <dgm:spPr/>
      <dgm:t>
        <a:bodyPr/>
        <a:lstStyle/>
        <a:p>
          <a:endParaRPr lang="en-ID"/>
        </a:p>
      </dgm:t>
    </dgm:pt>
    <dgm:pt modelId="{76CE5981-0150-4E10-A75C-FEE98EAD6A3C}" type="sibTrans" cxnId="{8FBB6E7D-DD53-4337-A937-56AEE1555DE3}">
      <dgm:prSet/>
      <dgm:spPr/>
      <dgm:t>
        <a:bodyPr/>
        <a:lstStyle/>
        <a:p>
          <a:endParaRPr lang="en-ID"/>
        </a:p>
      </dgm:t>
    </dgm:pt>
    <dgm:pt modelId="{FAF3C106-C18C-4AFF-AFC7-39AF36210EC0}">
      <dgm:prSet phldrT="[Text]"/>
      <dgm:spPr/>
      <dgm:t>
        <a:bodyPr/>
        <a:lstStyle/>
        <a:p>
          <a:r>
            <a:rPr lang="en-US" dirty="0"/>
            <a:t>Sinh </a:t>
          </a:r>
          <a:r>
            <a:rPr lang="en-US" dirty="0" err="1"/>
            <a:t>cảnh</a:t>
          </a:r>
          <a:r>
            <a:rPr lang="en-US" dirty="0"/>
            <a:t> </a:t>
          </a:r>
          <a:r>
            <a:rPr lang="en-US" dirty="0" err="1"/>
            <a:t>báo</a:t>
          </a:r>
          <a:r>
            <a:rPr lang="en-US" dirty="0"/>
            <a:t> </a:t>
          </a:r>
          <a:r>
            <a:rPr lang="en-US" dirty="0" err="1"/>
            <a:t>nếu</a:t>
          </a:r>
          <a:r>
            <a:rPr lang="en-US" dirty="0"/>
            <a:t> </a:t>
          </a:r>
          <a:r>
            <a:rPr lang="en-US" dirty="0" err="1"/>
            <a:t>phát</a:t>
          </a:r>
          <a:r>
            <a:rPr lang="en-US" dirty="0"/>
            <a:t> </a:t>
          </a:r>
          <a:r>
            <a:rPr lang="en-US" dirty="0" err="1"/>
            <a:t>hiện</a:t>
          </a:r>
          <a:r>
            <a:rPr lang="en-US" dirty="0"/>
            <a:t> </a:t>
          </a:r>
          <a:r>
            <a:rPr lang="en-US" dirty="0" err="1"/>
            <a:t>bất</a:t>
          </a:r>
          <a:r>
            <a:rPr lang="en-US" dirty="0"/>
            <a:t> </a:t>
          </a:r>
          <a:r>
            <a:rPr lang="en-US" dirty="0" err="1"/>
            <a:t>thường</a:t>
          </a:r>
          <a:endParaRPr lang="en-ID" dirty="0"/>
        </a:p>
      </dgm:t>
    </dgm:pt>
    <dgm:pt modelId="{6C48ACDD-6598-491E-A892-AA26AACB7D3C}" type="parTrans" cxnId="{CDE0AF29-2003-44D8-982F-997DC3DAF5F9}">
      <dgm:prSet/>
      <dgm:spPr/>
      <dgm:t>
        <a:bodyPr/>
        <a:lstStyle/>
        <a:p>
          <a:endParaRPr lang="en-ID"/>
        </a:p>
      </dgm:t>
    </dgm:pt>
    <dgm:pt modelId="{C9A6E43C-F97E-47E9-B4F5-7BBF7BC7A165}" type="sibTrans" cxnId="{CDE0AF29-2003-44D8-982F-997DC3DAF5F9}">
      <dgm:prSet/>
      <dgm:spPr/>
      <dgm:t>
        <a:bodyPr/>
        <a:lstStyle/>
        <a:p>
          <a:endParaRPr lang="en-ID"/>
        </a:p>
      </dgm:t>
    </dgm:pt>
    <dgm:pt modelId="{BF31552D-5426-4A8A-A2FD-B6D00FD2044A}">
      <dgm:prSet phldrT="[Text]"/>
      <dgm:spPr/>
      <dgm:t>
        <a:bodyPr/>
        <a:lstStyle/>
        <a:p>
          <a:r>
            <a:rPr lang="en-US" dirty="0"/>
            <a:t>Lưu </a:t>
          </a:r>
          <a:r>
            <a:rPr lang="en-US" dirty="0" err="1"/>
            <a:t>cảnh</a:t>
          </a:r>
          <a:r>
            <a:rPr lang="en-US" dirty="0"/>
            <a:t> </a:t>
          </a:r>
          <a:r>
            <a:rPr lang="en-US" dirty="0" err="1"/>
            <a:t>báo</a:t>
          </a:r>
          <a:r>
            <a:rPr lang="en-US" dirty="0"/>
            <a:t> </a:t>
          </a:r>
          <a:r>
            <a:rPr lang="en-US" dirty="0" err="1"/>
            <a:t>vào</a:t>
          </a:r>
          <a:r>
            <a:rPr lang="en-US" dirty="0"/>
            <a:t> PostgreSQL</a:t>
          </a:r>
          <a:endParaRPr lang="en-ID" dirty="0"/>
        </a:p>
      </dgm:t>
    </dgm:pt>
    <dgm:pt modelId="{5D495BB8-2406-41F1-8DDD-F168B2D27DFD}" type="parTrans" cxnId="{67FEEAC0-B0FB-4118-821D-1443CF041C84}">
      <dgm:prSet/>
      <dgm:spPr/>
      <dgm:t>
        <a:bodyPr/>
        <a:lstStyle/>
        <a:p>
          <a:endParaRPr lang="en-ID"/>
        </a:p>
      </dgm:t>
    </dgm:pt>
    <dgm:pt modelId="{33FB6EBA-0A64-470A-A1E3-06DC707F8B71}" type="sibTrans" cxnId="{67FEEAC0-B0FB-4118-821D-1443CF041C84}">
      <dgm:prSet/>
      <dgm:spPr/>
      <dgm:t>
        <a:bodyPr/>
        <a:lstStyle/>
        <a:p>
          <a:endParaRPr lang="en-ID"/>
        </a:p>
      </dgm:t>
    </dgm:pt>
    <dgm:pt modelId="{68909BA1-C207-437D-908A-5E2501431490}">
      <dgm:prSet phldrT="[Text]"/>
      <dgm:spPr/>
      <dgm:t>
        <a:bodyPr/>
        <a:lstStyle/>
        <a:p>
          <a:r>
            <a:rPr lang="en-US" dirty="0" err="1"/>
            <a:t>Streamlit</a:t>
          </a:r>
          <a:r>
            <a:rPr lang="en-US" dirty="0"/>
            <a:t> </a:t>
          </a:r>
          <a:r>
            <a:rPr lang="en-US" dirty="0" err="1"/>
            <a:t>hiển</a:t>
          </a:r>
          <a:r>
            <a:rPr lang="en-US" dirty="0"/>
            <a:t> </a:t>
          </a:r>
          <a:r>
            <a:rPr lang="en-US" dirty="0" err="1"/>
            <a:t>thị</a:t>
          </a:r>
          <a:r>
            <a:rPr lang="en-US" dirty="0"/>
            <a:t> </a:t>
          </a:r>
          <a:r>
            <a:rPr lang="en-US" dirty="0" err="1"/>
            <a:t>cảnh</a:t>
          </a:r>
          <a:r>
            <a:rPr lang="en-US" dirty="0"/>
            <a:t> </a:t>
          </a:r>
          <a:r>
            <a:rPr lang="en-US" dirty="0" err="1"/>
            <a:t>báo</a:t>
          </a:r>
          <a:r>
            <a:rPr lang="en-US" dirty="0"/>
            <a:t> </a:t>
          </a:r>
          <a:r>
            <a:rPr lang="en-US" dirty="0" err="1"/>
            <a:t>theo</a:t>
          </a:r>
          <a:r>
            <a:rPr lang="en-US" dirty="0"/>
            <a:t> </a:t>
          </a:r>
          <a:r>
            <a:rPr lang="en-US" dirty="0" err="1"/>
            <a:t>thời</a:t>
          </a:r>
          <a:r>
            <a:rPr lang="en-US" dirty="0"/>
            <a:t> </a:t>
          </a:r>
          <a:r>
            <a:rPr lang="en-US" dirty="0" err="1"/>
            <a:t>gian</a:t>
          </a:r>
          <a:r>
            <a:rPr lang="en-US" dirty="0"/>
            <a:t> </a:t>
          </a:r>
          <a:r>
            <a:rPr lang="en-US" dirty="0" err="1"/>
            <a:t>thực</a:t>
          </a:r>
          <a:endParaRPr lang="en-ID" dirty="0"/>
        </a:p>
      </dgm:t>
    </dgm:pt>
    <dgm:pt modelId="{1A680261-1DF0-462A-A725-0495712DE650}" type="parTrans" cxnId="{76A6D850-E1B5-43C4-B0F1-0CE548E99CF7}">
      <dgm:prSet/>
      <dgm:spPr/>
      <dgm:t>
        <a:bodyPr/>
        <a:lstStyle/>
        <a:p>
          <a:endParaRPr lang="en-ID"/>
        </a:p>
      </dgm:t>
    </dgm:pt>
    <dgm:pt modelId="{0507B9BF-14D6-430F-AC31-E416402DC5BF}" type="sibTrans" cxnId="{76A6D850-E1B5-43C4-B0F1-0CE548E99CF7}">
      <dgm:prSet/>
      <dgm:spPr/>
      <dgm:t>
        <a:bodyPr/>
        <a:lstStyle/>
        <a:p>
          <a:endParaRPr lang="en-ID"/>
        </a:p>
      </dgm:t>
    </dgm:pt>
    <dgm:pt modelId="{797F7E6A-0FF9-4C19-B7F0-E8F657FDA068}" type="pres">
      <dgm:prSet presAssocID="{76530525-7B17-4F9A-94C0-96D9D8F01157}" presName="Name0" presStyleCnt="0">
        <dgm:presLayoutVars>
          <dgm:dir/>
          <dgm:resizeHandles val="exact"/>
        </dgm:presLayoutVars>
      </dgm:prSet>
      <dgm:spPr/>
    </dgm:pt>
    <dgm:pt modelId="{7FD80273-07A8-4078-A847-D6BE136352CB}" type="pres">
      <dgm:prSet presAssocID="{8DC6F094-7ABF-4C23-A853-6584B585C9F6}" presName="node" presStyleLbl="node1" presStyleIdx="0" presStyleCnt="8" custLinFactY="-19082" custLinFactNeighborX="-939" custLinFactNeighborY="-100000">
        <dgm:presLayoutVars>
          <dgm:bulletEnabled val="1"/>
        </dgm:presLayoutVars>
      </dgm:prSet>
      <dgm:spPr/>
    </dgm:pt>
    <dgm:pt modelId="{0E2BEF0A-3E66-4DDE-94C8-02503B1427E7}" type="pres">
      <dgm:prSet presAssocID="{0026731B-DB36-448B-B8B4-E6264462E651}" presName="sibTrans" presStyleLbl="sibTrans2D1" presStyleIdx="0" presStyleCnt="7"/>
      <dgm:spPr/>
    </dgm:pt>
    <dgm:pt modelId="{6F088735-6039-4E07-84AB-C16D7D45EBAE}" type="pres">
      <dgm:prSet presAssocID="{0026731B-DB36-448B-B8B4-E6264462E651}" presName="connectorText" presStyleLbl="sibTrans2D1" presStyleIdx="0" presStyleCnt="7"/>
      <dgm:spPr/>
    </dgm:pt>
    <dgm:pt modelId="{9FD1239E-E50A-4B3E-9BAB-05A6FC2D6AA5}" type="pres">
      <dgm:prSet presAssocID="{4142418C-EA18-4F9D-BAA6-F4E4A19AC6E0}" presName="node" presStyleLbl="node1" presStyleIdx="1" presStyleCnt="8" custLinFactY="-25230" custLinFactNeighborX="-10070" custLinFactNeighborY="-100000">
        <dgm:presLayoutVars>
          <dgm:bulletEnabled val="1"/>
        </dgm:presLayoutVars>
      </dgm:prSet>
      <dgm:spPr/>
    </dgm:pt>
    <dgm:pt modelId="{B704BF42-925C-47A4-9EA3-68EC646D925F}" type="pres">
      <dgm:prSet presAssocID="{3420706E-7841-4CCB-809B-EE40EDFCB392}" presName="sibTrans" presStyleLbl="sibTrans2D1" presStyleIdx="1" presStyleCnt="7"/>
      <dgm:spPr/>
    </dgm:pt>
    <dgm:pt modelId="{0B046BBD-E953-4DEE-A4EE-CF4E3F268B47}" type="pres">
      <dgm:prSet presAssocID="{3420706E-7841-4CCB-809B-EE40EDFCB392}" presName="connectorText" presStyleLbl="sibTrans2D1" presStyleIdx="1" presStyleCnt="7"/>
      <dgm:spPr/>
    </dgm:pt>
    <dgm:pt modelId="{894C8B24-CA78-4BAC-BE22-B7929C8FEE88}" type="pres">
      <dgm:prSet presAssocID="{FDB53E8E-3220-4F4C-8BB5-A88315EB8F6E}" presName="node" presStyleLbl="node1" presStyleIdx="2" presStyleCnt="8" custLinFactY="-19082" custLinFactNeighborY="-100000">
        <dgm:presLayoutVars>
          <dgm:bulletEnabled val="1"/>
        </dgm:presLayoutVars>
      </dgm:prSet>
      <dgm:spPr/>
    </dgm:pt>
    <dgm:pt modelId="{0D70B400-4C31-470A-8DFD-7EC80FCE24BE}" type="pres">
      <dgm:prSet presAssocID="{49016264-68B3-442B-86BB-544ADAE14C1C}" presName="sibTrans" presStyleLbl="sibTrans2D1" presStyleIdx="2" presStyleCnt="7"/>
      <dgm:spPr/>
    </dgm:pt>
    <dgm:pt modelId="{F13962A6-54C8-492C-A883-9031C33FF15E}" type="pres">
      <dgm:prSet presAssocID="{49016264-68B3-442B-86BB-544ADAE14C1C}" presName="connectorText" presStyleLbl="sibTrans2D1" presStyleIdx="2" presStyleCnt="7"/>
      <dgm:spPr/>
    </dgm:pt>
    <dgm:pt modelId="{62EBA400-A658-4A47-AC56-9B773202CD4A}" type="pres">
      <dgm:prSet presAssocID="{07DEB94F-77B2-42C5-8691-DEC487A13307}" presName="node" presStyleLbl="node1" presStyleIdx="3" presStyleCnt="8" custLinFactY="-19082" custLinFactNeighborX="72" custLinFactNeighborY="-100000">
        <dgm:presLayoutVars>
          <dgm:bulletEnabled val="1"/>
        </dgm:presLayoutVars>
      </dgm:prSet>
      <dgm:spPr/>
    </dgm:pt>
    <dgm:pt modelId="{F0FE1CD7-56C8-489D-92BB-9ADCA32A0FF8}" type="pres">
      <dgm:prSet presAssocID="{76CE5981-0150-4E10-A75C-FEE98EAD6A3C}" presName="sibTrans" presStyleLbl="sibTrans2D1" presStyleIdx="3" presStyleCnt="7"/>
      <dgm:spPr/>
    </dgm:pt>
    <dgm:pt modelId="{D7F43F6A-092D-4C53-BEB1-59C3765183DC}" type="pres">
      <dgm:prSet presAssocID="{76CE5981-0150-4E10-A75C-FEE98EAD6A3C}" presName="connectorText" presStyleLbl="sibTrans2D1" presStyleIdx="3" presStyleCnt="7"/>
      <dgm:spPr/>
    </dgm:pt>
    <dgm:pt modelId="{B62F8F94-7B50-4ED6-B7B3-762B3EA6F7C9}" type="pres">
      <dgm:prSet presAssocID="{EE72D9F0-0891-497B-B3D4-73A500F0D326}" presName="node" presStyleLbl="node1" presStyleIdx="4" presStyleCnt="8" custLinFactX="-99971" custLinFactNeighborX="-100000" custLinFactNeighborY="59223">
        <dgm:presLayoutVars>
          <dgm:bulletEnabled val="1"/>
        </dgm:presLayoutVars>
      </dgm:prSet>
      <dgm:spPr/>
    </dgm:pt>
    <dgm:pt modelId="{F4D03C76-0774-49D2-9126-9C3A5AF24995}" type="pres">
      <dgm:prSet presAssocID="{E26CAC78-270A-4DC1-A051-EAA8076078EF}" presName="sibTrans" presStyleLbl="sibTrans2D1" presStyleIdx="4" presStyleCnt="7"/>
      <dgm:spPr/>
    </dgm:pt>
    <dgm:pt modelId="{CA966E16-AE35-4276-95F8-C3C69755FD97}" type="pres">
      <dgm:prSet presAssocID="{E26CAC78-270A-4DC1-A051-EAA8076078EF}" presName="connectorText" presStyleLbl="sibTrans2D1" presStyleIdx="4" presStyleCnt="7"/>
      <dgm:spPr/>
    </dgm:pt>
    <dgm:pt modelId="{C2496D04-1C8C-4A30-B31D-6101D87AF998}" type="pres">
      <dgm:prSet presAssocID="{FAF3C106-C18C-4AFF-AFC7-39AF36210EC0}" presName="node" presStyleLbl="node1" presStyleIdx="5" presStyleCnt="8" custLinFactX="-296466" custLinFactNeighborX="-300000" custLinFactNeighborY="59223">
        <dgm:presLayoutVars>
          <dgm:bulletEnabled val="1"/>
        </dgm:presLayoutVars>
      </dgm:prSet>
      <dgm:spPr/>
    </dgm:pt>
    <dgm:pt modelId="{78DAAFF8-04AF-4279-9F6F-FB8777887C44}" type="pres">
      <dgm:prSet presAssocID="{C9A6E43C-F97E-47E9-B4F5-7BBF7BC7A165}" presName="sibTrans" presStyleLbl="sibTrans2D1" presStyleIdx="5" presStyleCnt="7"/>
      <dgm:spPr/>
    </dgm:pt>
    <dgm:pt modelId="{5E7379D6-1A4B-4A31-AC06-D980D5143620}" type="pres">
      <dgm:prSet presAssocID="{C9A6E43C-F97E-47E9-B4F5-7BBF7BC7A165}" presName="connectorText" presStyleLbl="sibTrans2D1" presStyleIdx="5" presStyleCnt="7"/>
      <dgm:spPr/>
    </dgm:pt>
    <dgm:pt modelId="{A48B7E8A-4E1E-4231-A785-40B48B7B80AE}" type="pres">
      <dgm:prSet presAssocID="{BF31552D-5426-4A8A-A2FD-B6D00FD2044A}" presName="node" presStyleLbl="node1" presStyleIdx="6" presStyleCnt="8" custLinFactX="-500000" custLinFactNeighborX="-510070" custLinFactNeighborY="59223">
        <dgm:presLayoutVars>
          <dgm:bulletEnabled val="1"/>
        </dgm:presLayoutVars>
      </dgm:prSet>
      <dgm:spPr/>
    </dgm:pt>
    <dgm:pt modelId="{01E00753-8108-48A2-9FA9-3AB5F2A288D5}" type="pres">
      <dgm:prSet presAssocID="{33FB6EBA-0A64-470A-A1E3-06DC707F8B71}" presName="sibTrans" presStyleLbl="sibTrans2D1" presStyleIdx="6" presStyleCnt="7"/>
      <dgm:spPr/>
    </dgm:pt>
    <dgm:pt modelId="{E6E91110-D320-46C0-99CF-D32520AC41C3}" type="pres">
      <dgm:prSet presAssocID="{33FB6EBA-0A64-470A-A1E3-06DC707F8B71}" presName="connectorText" presStyleLbl="sibTrans2D1" presStyleIdx="6" presStyleCnt="7"/>
      <dgm:spPr/>
    </dgm:pt>
    <dgm:pt modelId="{71880404-A564-4471-8B00-A26F08D43519}" type="pres">
      <dgm:prSet presAssocID="{68909BA1-C207-437D-908A-5E2501431490}" presName="node" presStyleLbl="node1" presStyleIdx="7" presStyleCnt="8" custLinFactX="-700000" custLinFactNeighborX="-700939" custLinFactNeighborY="59223">
        <dgm:presLayoutVars>
          <dgm:bulletEnabled val="1"/>
        </dgm:presLayoutVars>
      </dgm:prSet>
      <dgm:spPr/>
    </dgm:pt>
  </dgm:ptLst>
  <dgm:cxnLst>
    <dgm:cxn modelId="{B17C4109-DC26-4BF1-87E3-9AD64BBB2F40}" srcId="{76530525-7B17-4F9A-94C0-96D9D8F01157}" destId="{FDB53E8E-3220-4F4C-8BB5-A88315EB8F6E}" srcOrd="2" destOrd="0" parTransId="{F754CCC9-7327-4B90-B41F-18E41B6CA48E}" sibTransId="{49016264-68B3-442B-86BB-544ADAE14C1C}"/>
    <dgm:cxn modelId="{3BB39111-5254-4C59-A789-350E457EA35E}" type="presOf" srcId="{EE72D9F0-0891-497B-B3D4-73A500F0D326}" destId="{B62F8F94-7B50-4ED6-B7B3-762B3EA6F7C9}" srcOrd="0" destOrd="0" presId="urn:microsoft.com/office/officeart/2005/8/layout/process1"/>
    <dgm:cxn modelId="{3E0A0617-BFEF-4414-803D-A659BCB303B9}" type="presOf" srcId="{E26CAC78-270A-4DC1-A051-EAA8076078EF}" destId="{F4D03C76-0774-49D2-9126-9C3A5AF24995}" srcOrd="0" destOrd="0" presId="urn:microsoft.com/office/officeart/2005/8/layout/process1"/>
    <dgm:cxn modelId="{C4DBA91F-8187-4018-AB34-B4C0E7FD9D0C}" type="presOf" srcId="{4142418C-EA18-4F9D-BAA6-F4E4A19AC6E0}" destId="{9FD1239E-E50A-4B3E-9BAB-05A6FC2D6AA5}" srcOrd="0" destOrd="0" presId="urn:microsoft.com/office/officeart/2005/8/layout/process1"/>
    <dgm:cxn modelId="{D93DBA1F-2FE6-452E-B9A7-47AD3E78490F}" type="presOf" srcId="{FDB53E8E-3220-4F4C-8BB5-A88315EB8F6E}" destId="{894C8B24-CA78-4BAC-BE22-B7929C8FEE88}" srcOrd="0" destOrd="0" presId="urn:microsoft.com/office/officeart/2005/8/layout/process1"/>
    <dgm:cxn modelId="{CDE0AF29-2003-44D8-982F-997DC3DAF5F9}" srcId="{76530525-7B17-4F9A-94C0-96D9D8F01157}" destId="{FAF3C106-C18C-4AFF-AFC7-39AF36210EC0}" srcOrd="5" destOrd="0" parTransId="{6C48ACDD-6598-491E-A892-AA26AACB7D3C}" sibTransId="{C9A6E43C-F97E-47E9-B4F5-7BBF7BC7A165}"/>
    <dgm:cxn modelId="{D514D55C-9A90-4289-9C53-F74B3FA32303}" type="presOf" srcId="{E26CAC78-270A-4DC1-A051-EAA8076078EF}" destId="{CA966E16-AE35-4276-95F8-C3C69755FD97}" srcOrd="1" destOrd="0" presId="urn:microsoft.com/office/officeart/2005/8/layout/process1"/>
    <dgm:cxn modelId="{76A6D850-E1B5-43C4-B0F1-0CE548E99CF7}" srcId="{76530525-7B17-4F9A-94C0-96D9D8F01157}" destId="{68909BA1-C207-437D-908A-5E2501431490}" srcOrd="7" destOrd="0" parTransId="{1A680261-1DF0-462A-A725-0495712DE650}" sibTransId="{0507B9BF-14D6-430F-AC31-E416402DC5BF}"/>
    <dgm:cxn modelId="{A2535373-CEFE-42E7-AE79-87B127FE8D63}" type="presOf" srcId="{BF31552D-5426-4A8A-A2FD-B6D00FD2044A}" destId="{A48B7E8A-4E1E-4231-A785-40B48B7B80AE}" srcOrd="0" destOrd="0" presId="urn:microsoft.com/office/officeart/2005/8/layout/process1"/>
    <dgm:cxn modelId="{77389856-93BC-422E-B0C5-DBFCD7865269}" type="presOf" srcId="{3420706E-7841-4CCB-809B-EE40EDFCB392}" destId="{0B046BBD-E953-4DEE-A4EE-CF4E3F268B47}" srcOrd="1" destOrd="0" presId="urn:microsoft.com/office/officeart/2005/8/layout/process1"/>
    <dgm:cxn modelId="{8FBB6E7D-DD53-4337-A937-56AEE1555DE3}" srcId="{76530525-7B17-4F9A-94C0-96D9D8F01157}" destId="{07DEB94F-77B2-42C5-8691-DEC487A13307}" srcOrd="3" destOrd="0" parTransId="{05DB8495-9AAC-45D0-801D-612162F70158}" sibTransId="{76CE5981-0150-4E10-A75C-FEE98EAD6A3C}"/>
    <dgm:cxn modelId="{AD6C7F90-27F7-4D26-93DA-FC6917FCEAF2}" type="presOf" srcId="{68909BA1-C207-437D-908A-5E2501431490}" destId="{71880404-A564-4471-8B00-A26F08D43519}" srcOrd="0" destOrd="0" presId="urn:microsoft.com/office/officeart/2005/8/layout/process1"/>
    <dgm:cxn modelId="{6AC43491-7B87-46D2-8CFA-CC5DCC4FFA27}" type="presOf" srcId="{49016264-68B3-442B-86BB-544ADAE14C1C}" destId="{0D70B400-4C31-470A-8DFD-7EC80FCE24BE}" srcOrd="0" destOrd="0" presId="urn:microsoft.com/office/officeart/2005/8/layout/process1"/>
    <dgm:cxn modelId="{15940797-243D-44EA-9607-E9D8D9E16643}" type="presOf" srcId="{33FB6EBA-0A64-470A-A1E3-06DC707F8B71}" destId="{01E00753-8108-48A2-9FA9-3AB5F2A288D5}" srcOrd="0" destOrd="0" presId="urn:microsoft.com/office/officeart/2005/8/layout/process1"/>
    <dgm:cxn modelId="{CB91AD9A-4749-4C8F-AFCF-820578FF2EE3}" srcId="{76530525-7B17-4F9A-94C0-96D9D8F01157}" destId="{4142418C-EA18-4F9D-BAA6-F4E4A19AC6E0}" srcOrd="1" destOrd="0" parTransId="{F1F62C00-37FE-420E-AD5F-2F5D3D3BBAC9}" sibTransId="{3420706E-7841-4CCB-809B-EE40EDFCB392}"/>
    <dgm:cxn modelId="{0A1630A4-3662-420A-B47F-A7BA855DBF7B}" srcId="{76530525-7B17-4F9A-94C0-96D9D8F01157}" destId="{8DC6F094-7ABF-4C23-A853-6584B585C9F6}" srcOrd="0" destOrd="0" parTransId="{4C4A9C9D-72D0-4BD3-A467-713E4403BCCF}" sibTransId="{0026731B-DB36-448B-B8B4-E6264462E651}"/>
    <dgm:cxn modelId="{DF3F74A8-68E1-4F51-9669-5B248389E0D1}" type="presOf" srcId="{76CE5981-0150-4E10-A75C-FEE98EAD6A3C}" destId="{D7F43F6A-092D-4C53-BEB1-59C3765183DC}" srcOrd="1" destOrd="0" presId="urn:microsoft.com/office/officeart/2005/8/layout/process1"/>
    <dgm:cxn modelId="{35E138A9-BC93-42B6-AF8C-1D8AC25FC52B}" type="presOf" srcId="{C9A6E43C-F97E-47E9-B4F5-7BBF7BC7A165}" destId="{5E7379D6-1A4B-4A31-AC06-D980D5143620}" srcOrd="1" destOrd="0" presId="urn:microsoft.com/office/officeart/2005/8/layout/process1"/>
    <dgm:cxn modelId="{751B2CAB-9573-4E06-93F6-D45B127EF316}" type="presOf" srcId="{0026731B-DB36-448B-B8B4-E6264462E651}" destId="{6F088735-6039-4E07-84AB-C16D7D45EBAE}" srcOrd="1" destOrd="0" presId="urn:microsoft.com/office/officeart/2005/8/layout/process1"/>
    <dgm:cxn modelId="{041793AC-B9AB-4F46-AB78-F45476A2F0C5}" type="presOf" srcId="{3420706E-7841-4CCB-809B-EE40EDFCB392}" destId="{B704BF42-925C-47A4-9EA3-68EC646D925F}" srcOrd="0" destOrd="0" presId="urn:microsoft.com/office/officeart/2005/8/layout/process1"/>
    <dgm:cxn modelId="{1B8FD4B2-05DA-4281-B928-5F4F6E5E958A}" type="presOf" srcId="{FAF3C106-C18C-4AFF-AFC7-39AF36210EC0}" destId="{C2496D04-1C8C-4A30-B31D-6101D87AF998}" srcOrd="0" destOrd="0" presId="urn:microsoft.com/office/officeart/2005/8/layout/process1"/>
    <dgm:cxn modelId="{507095B4-EF5B-4C84-9DD6-FF31A3CB0E3A}" type="presOf" srcId="{49016264-68B3-442B-86BB-544ADAE14C1C}" destId="{F13962A6-54C8-492C-A883-9031C33FF15E}" srcOrd="1" destOrd="0" presId="urn:microsoft.com/office/officeart/2005/8/layout/process1"/>
    <dgm:cxn modelId="{554594BF-4E87-49D3-A64B-3F437138045A}" type="presOf" srcId="{0026731B-DB36-448B-B8B4-E6264462E651}" destId="{0E2BEF0A-3E66-4DDE-94C8-02503B1427E7}" srcOrd="0" destOrd="0" presId="urn:microsoft.com/office/officeart/2005/8/layout/process1"/>
    <dgm:cxn modelId="{67FEEAC0-B0FB-4118-821D-1443CF041C84}" srcId="{76530525-7B17-4F9A-94C0-96D9D8F01157}" destId="{BF31552D-5426-4A8A-A2FD-B6D00FD2044A}" srcOrd="6" destOrd="0" parTransId="{5D495BB8-2406-41F1-8DDD-F168B2D27DFD}" sibTransId="{33FB6EBA-0A64-470A-A1E3-06DC707F8B71}"/>
    <dgm:cxn modelId="{865C8AC9-E73E-411C-8676-9668022542B0}" type="presOf" srcId="{33FB6EBA-0A64-470A-A1E3-06DC707F8B71}" destId="{E6E91110-D320-46C0-99CF-D32520AC41C3}" srcOrd="1" destOrd="0" presId="urn:microsoft.com/office/officeart/2005/8/layout/process1"/>
    <dgm:cxn modelId="{26399BC9-4C04-4FBE-8AE0-E8FA7A0425A1}" type="presOf" srcId="{8DC6F094-7ABF-4C23-A853-6584B585C9F6}" destId="{7FD80273-07A8-4078-A847-D6BE136352CB}" srcOrd="0" destOrd="0" presId="urn:microsoft.com/office/officeart/2005/8/layout/process1"/>
    <dgm:cxn modelId="{F8A5DECB-F6F7-455F-A4E3-CB12F0B11DA0}" type="presOf" srcId="{C9A6E43C-F97E-47E9-B4F5-7BBF7BC7A165}" destId="{78DAAFF8-04AF-4279-9F6F-FB8777887C44}" srcOrd="0" destOrd="0" presId="urn:microsoft.com/office/officeart/2005/8/layout/process1"/>
    <dgm:cxn modelId="{8B61FAD1-52A3-449C-99BD-7AFBB2755A3C}" type="presOf" srcId="{07DEB94F-77B2-42C5-8691-DEC487A13307}" destId="{62EBA400-A658-4A47-AC56-9B773202CD4A}" srcOrd="0" destOrd="0" presId="urn:microsoft.com/office/officeart/2005/8/layout/process1"/>
    <dgm:cxn modelId="{F7235BF2-DBE2-4DD5-AB74-08FCF9C3E1E3}" type="presOf" srcId="{76CE5981-0150-4E10-A75C-FEE98EAD6A3C}" destId="{F0FE1CD7-56C8-489D-92BB-9ADCA32A0FF8}" srcOrd="0" destOrd="0" presId="urn:microsoft.com/office/officeart/2005/8/layout/process1"/>
    <dgm:cxn modelId="{052A99F2-20FD-45E9-8B58-B8EE1E300492}" srcId="{76530525-7B17-4F9A-94C0-96D9D8F01157}" destId="{EE72D9F0-0891-497B-B3D4-73A500F0D326}" srcOrd="4" destOrd="0" parTransId="{86733B28-68B6-4F16-A2F7-DF6E93E6A629}" sibTransId="{E26CAC78-270A-4DC1-A051-EAA8076078EF}"/>
    <dgm:cxn modelId="{C2AD2FFC-F7F3-4B89-8B70-1064F143D290}" type="presOf" srcId="{76530525-7B17-4F9A-94C0-96D9D8F01157}" destId="{797F7E6A-0FF9-4C19-B7F0-E8F657FDA068}" srcOrd="0" destOrd="0" presId="urn:microsoft.com/office/officeart/2005/8/layout/process1"/>
    <dgm:cxn modelId="{2E84B376-65FD-4B1C-AD39-3DE62C2A5541}" type="presParOf" srcId="{797F7E6A-0FF9-4C19-B7F0-E8F657FDA068}" destId="{7FD80273-07A8-4078-A847-D6BE136352CB}" srcOrd="0" destOrd="0" presId="urn:microsoft.com/office/officeart/2005/8/layout/process1"/>
    <dgm:cxn modelId="{FB232E1A-00A4-4E97-80C5-7C351A42A8FC}" type="presParOf" srcId="{797F7E6A-0FF9-4C19-B7F0-E8F657FDA068}" destId="{0E2BEF0A-3E66-4DDE-94C8-02503B1427E7}" srcOrd="1" destOrd="0" presId="urn:microsoft.com/office/officeart/2005/8/layout/process1"/>
    <dgm:cxn modelId="{228F1B8D-8B04-4426-9BE5-49488BBEEF83}" type="presParOf" srcId="{0E2BEF0A-3E66-4DDE-94C8-02503B1427E7}" destId="{6F088735-6039-4E07-84AB-C16D7D45EBAE}" srcOrd="0" destOrd="0" presId="urn:microsoft.com/office/officeart/2005/8/layout/process1"/>
    <dgm:cxn modelId="{8AE58083-A9AF-471E-9AC0-221D1C1CA3D2}" type="presParOf" srcId="{797F7E6A-0FF9-4C19-B7F0-E8F657FDA068}" destId="{9FD1239E-E50A-4B3E-9BAB-05A6FC2D6AA5}" srcOrd="2" destOrd="0" presId="urn:microsoft.com/office/officeart/2005/8/layout/process1"/>
    <dgm:cxn modelId="{2F5C7547-0474-4AD7-9738-84D7D485760C}" type="presParOf" srcId="{797F7E6A-0FF9-4C19-B7F0-E8F657FDA068}" destId="{B704BF42-925C-47A4-9EA3-68EC646D925F}" srcOrd="3" destOrd="0" presId="urn:microsoft.com/office/officeart/2005/8/layout/process1"/>
    <dgm:cxn modelId="{D80C9AFD-4A1E-43C0-AF4D-B8FFD77F7C10}" type="presParOf" srcId="{B704BF42-925C-47A4-9EA3-68EC646D925F}" destId="{0B046BBD-E953-4DEE-A4EE-CF4E3F268B47}" srcOrd="0" destOrd="0" presId="urn:microsoft.com/office/officeart/2005/8/layout/process1"/>
    <dgm:cxn modelId="{E053DC3E-E120-4DA9-83C8-11C70290B1B8}" type="presParOf" srcId="{797F7E6A-0FF9-4C19-B7F0-E8F657FDA068}" destId="{894C8B24-CA78-4BAC-BE22-B7929C8FEE88}" srcOrd="4" destOrd="0" presId="urn:microsoft.com/office/officeart/2005/8/layout/process1"/>
    <dgm:cxn modelId="{A0297195-ECD3-4C2C-92B6-C342E463F85F}" type="presParOf" srcId="{797F7E6A-0FF9-4C19-B7F0-E8F657FDA068}" destId="{0D70B400-4C31-470A-8DFD-7EC80FCE24BE}" srcOrd="5" destOrd="0" presId="urn:microsoft.com/office/officeart/2005/8/layout/process1"/>
    <dgm:cxn modelId="{8C2408A6-3A3F-47B5-BE5C-5EE528F52B80}" type="presParOf" srcId="{0D70B400-4C31-470A-8DFD-7EC80FCE24BE}" destId="{F13962A6-54C8-492C-A883-9031C33FF15E}" srcOrd="0" destOrd="0" presId="urn:microsoft.com/office/officeart/2005/8/layout/process1"/>
    <dgm:cxn modelId="{57276741-09E6-48AC-A14C-9DFE5BEDF8E0}" type="presParOf" srcId="{797F7E6A-0FF9-4C19-B7F0-E8F657FDA068}" destId="{62EBA400-A658-4A47-AC56-9B773202CD4A}" srcOrd="6" destOrd="0" presId="urn:microsoft.com/office/officeart/2005/8/layout/process1"/>
    <dgm:cxn modelId="{56E7FED4-803A-40C8-8E33-8C418FA2FDE4}" type="presParOf" srcId="{797F7E6A-0FF9-4C19-B7F0-E8F657FDA068}" destId="{F0FE1CD7-56C8-489D-92BB-9ADCA32A0FF8}" srcOrd="7" destOrd="0" presId="urn:microsoft.com/office/officeart/2005/8/layout/process1"/>
    <dgm:cxn modelId="{8EC8B4F3-803E-4C34-A1C8-A604D5DB528E}" type="presParOf" srcId="{F0FE1CD7-56C8-489D-92BB-9ADCA32A0FF8}" destId="{D7F43F6A-092D-4C53-BEB1-59C3765183DC}" srcOrd="0" destOrd="0" presId="urn:microsoft.com/office/officeart/2005/8/layout/process1"/>
    <dgm:cxn modelId="{C6E85C96-BCBE-4A42-AFF9-D7AF003E0F8A}" type="presParOf" srcId="{797F7E6A-0FF9-4C19-B7F0-E8F657FDA068}" destId="{B62F8F94-7B50-4ED6-B7B3-762B3EA6F7C9}" srcOrd="8" destOrd="0" presId="urn:microsoft.com/office/officeart/2005/8/layout/process1"/>
    <dgm:cxn modelId="{52100E6F-24F6-47F1-91C2-5D02152CEE9F}" type="presParOf" srcId="{797F7E6A-0FF9-4C19-B7F0-E8F657FDA068}" destId="{F4D03C76-0774-49D2-9126-9C3A5AF24995}" srcOrd="9" destOrd="0" presId="urn:microsoft.com/office/officeart/2005/8/layout/process1"/>
    <dgm:cxn modelId="{727CA0AC-61AA-4272-B2A2-93D43E5B142A}" type="presParOf" srcId="{F4D03C76-0774-49D2-9126-9C3A5AF24995}" destId="{CA966E16-AE35-4276-95F8-C3C69755FD97}" srcOrd="0" destOrd="0" presId="urn:microsoft.com/office/officeart/2005/8/layout/process1"/>
    <dgm:cxn modelId="{F95ED916-C012-4917-BCFE-6D84E3B586B4}" type="presParOf" srcId="{797F7E6A-0FF9-4C19-B7F0-E8F657FDA068}" destId="{C2496D04-1C8C-4A30-B31D-6101D87AF998}" srcOrd="10" destOrd="0" presId="urn:microsoft.com/office/officeart/2005/8/layout/process1"/>
    <dgm:cxn modelId="{9D60CA27-605B-46CA-8994-271F1B1A16FF}" type="presParOf" srcId="{797F7E6A-0FF9-4C19-B7F0-E8F657FDA068}" destId="{78DAAFF8-04AF-4279-9F6F-FB8777887C44}" srcOrd="11" destOrd="0" presId="urn:microsoft.com/office/officeart/2005/8/layout/process1"/>
    <dgm:cxn modelId="{C7FE0FB6-A66B-45F1-B1C4-CD97AFC4F5FA}" type="presParOf" srcId="{78DAAFF8-04AF-4279-9F6F-FB8777887C44}" destId="{5E7379D6-1A4B-4A31-AC06-D980D5143620}" srcOrd="0" destOrd="0" presId="urn:microsoft.com/office/officeart/2005/8/layout/process1"/>
    <dgm:cxn modelId="{C4E2EFC4-9870-4607-A8AD-59F024E0D6B8}" type="presParOf" srcId="{797F7E6A-0FF9-4C19-B7F0-E8F657FDA068}" destId="{A48B7E8A-4E1E-4231-A785-40B48B7B80AE}" srcOrd="12" destOrd="0" presId="urn:microsoft.com/office/officeart/2005/8/layout/process1"/>
    <dgm:cxn modelId="{D849D0B5-E448-423E-965B-D558E264F222}" type="presParOf" srcId="{797F7E6A-0FF9-4C19-B7F0-E8F657FDA068}" destId="{01E00753-8108-48A2-9FA9-3AB5F2A288D5}" srcOrd="13" destOrd="0" presId="urn:microsoft.com/office/officeart/2005/8/layout/process1"/>
    <dgm:cxn modelId="{45EBD859-ACF4-4E7D-9348-EA81439F7657}" type="presParOf" srcId="{01E00753-8108-48A2-9FA9-3AB5F2A288D5}" destId="{E6E91110-D320-46C0-99CF-D32520AC41C3}" srcOrd="0" destOrd="0" presId="urn:microsoft.com/office/officeart/2005/8/layout/process1"/>
    <dgm:cxn modelId="{EC9CDAB4-63BA-435D-9B3B-32F1A6B59B15}" type="presParOf" srcId="{797F7E6A-0FF9-4C19-B7F0-E8F657FDA068}" destId="{71880404-A564-4471-8B00-A26F08D43519}" srcOrd="1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0FE6E7-20F2-46E9-AADB-A1289FA38A91}" type="doc">
      <dgm:prSet loTypeId="urn:microsoft.com/office/officeart/2024/layout/BulletTimeline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D"/>
        </a:p>
      </dgm:t>
    </dgm:pt>
    <dgm:pt modelId="{0D6EE15D-CA3C-498A-865A-4FB3E4CBA58D}">
      <dgm:prSet phldrT="Add an event" phldr="0"/>
      <dgm:spPr/>
      <dgm:t>
        <a:bodyPr/>
        <a:lstStyle/>
        <a:p>
          <a:pPr>
            <a:defRPr b="1"/>
          </a:pPr>
          <a:r>
            <a:rPr lang="en-US" dirty="0" err="1"/>
            <a:t>Xây</a:t>
          </a:r>
          <a:r>
            <a:rPr lang="en-US" dirty="0"/>
            <a:t> </a:t>
          </a:r>
          <a:r>
            <a:rPr lang="en-US" dirty="0" err="1"/>
            <a:t>dựng</a:t>
          </a:r>
          <a:r>
            <a:rPr lang="en-US" dirty="0"/>
            <a:t> </a:t>
          </a:r>
          <a:r>
            <a:rPr lang="en-US" dirty="0" err="1"/>
            <a:t>chương</a:t>
          </a:r>
          <a:r>
            <a:rPr lang="en-US" dirty="0"/>
            <a:t> </a:t>
          </a:r>
          <a:r>
            <a:rPr lang="en-US" dirty="0" err="1"/>
            <a:t>trình</a:t>
          </a:r>
          <a:r>
            <a:rPr lang="en-US" dirty="0"/>
            <a:t> </a:t>
          </a:r>
          <a:r>
            <a:rPr lang="en-US" dirty="0" err="1"/>
            <a:t>mô</a:t>
          </a:r>
          <a:r>
            <a:rPr lang="en-US" dirty="0"/>
            <a:t> </a:t>
          </a:r>
          <a:r>
            <a:rPr lang="en-US" dirty="0" err="1"/>
            <a:t>phỏng</a:t>
          </a:r>
          <a:r>
            <a:rPr lang="en-US" dirty="0"/>
            <a:t> </a:t>
          </a:r>
          <a:r>
            <a:rPr lang="en-US" dirty="0" err="1"/>
            <a:t>dữ</a:t>
          </a:r>
          <a:r>
            <a:rPr lang="en-US" dirty="0"/>
            <a:t> </a:t>
          </a:r>
          <a:r>
            <a:rPr lang="en-US" dirty="0" err="1"/>
            <a:t>liệu</a:t>
          </a:r>
          <a:endParaRPr lang="en-ID" dirty="0"/>
        </a:p>
      </dgm:t>
    </dgm:pt>
    <dgm:pt modelId="{07E61A8C-6846-48B5-BB13-4CBCF2AE62A4}" type="parTrans" cxnId="{9DA779B5-F171-437A-A4C1-CB9DD48A8A20}">
      <dgm:prSet/>
      <dgm:spPr/>
      <dgm:t>
        <a:bodyPr/>
        <a:lstStyle/>
        <a:p>
          <a:endParaRPr lang="en-ID"/>
        </a:p>
      </dgm:t>
    </dgm:pt>
    <dgm:pt modelId="{8961B149-79AE-4E1D-BBE7-DA35D7E5B7F1}" type="sibTrans" cxnId="{9DA779B5-F171-437A-A4C1-CB9DD48A8A20}">
      <dgm:prSet/>
      <dgm:spPr/>
      <dgm:t>
        <a:bodyPr/>
        <a:lstStyle/>
        <a:p>
          <a:endParaRPr lang="en-ID"/>
        </a:p>
      </dgm:t>
    </dgm:pt>
    <dgm:pt modelId="{29C45390-1B2F-460D-BC7E-151E28A902F2}">
      <dgm:prSet phldrT="Write a description of the significance of this event" phldr="0"/>
      <dgm:spPr/>
      <dgm:t>
        <a:bodyPr/>
        <a:lstStyle/>
        <a:p>
          <a:r>
            <a:rPr lang="en-US" dirty="0"/>
            <a:t>2 </a:t>
          </a:r>
          <a:r>
            <a:rPr lang="en-US" dirty="0" err="1"/>
            <a:t>tuần</a:t>
          </a:r>
          <a:endParaRPr lang="en-ID" dirty="0"/>
        </a:p>
      </dgm:t>
    </dgm:pt>
    <dgm:pt modelId="{757645A5-6B4F-4D30-B406-3B7F1AAE158A}" type="parTrans" cxnId="{4683F014-E7A8-490D-9270-1C3C637C1036}">
      <dgm:prSet/>
      <dgm:spPr/>
      <dgm:t>
        <a:bodyPr/>
        <a:lstStyle/>
        <a:p>
          <a:endParaRPr lang="en-ID"/>
        </a:p>
      </dgm:t>
    </dgm:pt>
    <dgm:pt modelId="{09BAD9EE-17FE-4C5E-B5A1-15933C650AFA}" type="sibTrans" cxnId="{4683F014-E7A8-490D-9270-1C3C637C1036}">
      <dgm:prSet/>
      <dgm:spPr/>
      <dgm:t>
        <a:bodyPr/>
        <a:lstStyle/>
        <a:p>
          <a:endParaRPr lang="en-ID"/>
        </a:p>
      </dgm:t>
    </dgm:pt>
    <dgm:pt modelId="{79478ACA-3F68-4E3F-953A-870B2DDEB51F}">
      <dgm:prSet phldrT="Add an event" phldr="0"/>
      <dgm:spPr/>
      <dgm:t>
        <a:bodyPr/>
        <a:lstStyle/>
        <a:p>
          <a:pPr>
            <a:defRPr b="1"/>
          </a:pPr>
          <a:r>
            <a:rPr lang="en-US" dirty="0" err="1"/>
            <a:t>Xây</a:t>
          </a:r>
          <a:r>
            <a:rPr lang="en-US" dirty="0"/>
            <a:t> </a:t>
          </a:r>
          <a:r>
            <a:rPr lang="en-US" dirty="0" err="1"/>
            <a:t>dựng</a:t>
          </a:r>
          <a:r>
            <a:rPr lang="en-US" dirty="0"/>
            <a:t> Streaming IDS</a:t>
          </a:r>
          <a:endParaRPr lang="en-ID" dirty="0"/>
        </a:p>
      </dgm:t>
    </dgm:pt>
    <dgm:pt modelId="{5B85C10F-4554-41DC-A214-EE0291E86CE3}" type="parTrans" cxnId="{FF47D940-9AAE-43FC-9E6C-AF08FDE52465}">
      <dgm:prSet/>
      <dgm:spPr/>
      <dgm:t>
        <a:bodyPr/>
        <a:lstStyle/>
        <a:p>
          <a:endParaRPr lang="en-ID"/>
        </a:p>
      </dgm:t>
    </dgm:pt>
    <dgm:pt modelId="{31453A0E-3EBD-49F9-A7B4-17D406DE2A3A}" type="sibTrans" cxnId="{FF47D940-9AAE-43FC-9E6C-AF08FDE52465}">
      <dgm:prSet/>
      <dgm:spPr/>
      <dgm:t>
        <a:bodyPr/>
        <a:lstStyle/>
        <a:p>
          <a:endParaRPr lang="en-ID"/>
        </a:p>
      </dgm:t>
    </dgm:pt>
    <dgm:pt modelId="{ACF9BDFE-D6D7-4FE2-B6CA-64B0D26418F5}">
      <dgm:prSet phldrT="Write a description of the significance of this event" phldr="0"/>
      <dgm:spPr/>
      <dgm:t>
        <a:bodyPr/>
        <a:lstStyle/>
        <a:p>
          <a:r>
            <a:rPr lang="en-US" dirty="0"/>
            <a:t>2 </a:t>
          </a:r>
          <a:r>
            <a:rPr lang="en-US" dirty="0" err="1"/>
            <a:t>tuần</a:t>
          </a:r>
          <a:endParaRPr lang="en-ID" dirty="0"/>
        </a:p>
      </dgm:t>
    </dgm:pt>
    <dgm:pt modelId="{AED80728-7CA2-4FCA-ADAD-33BB8DB760C3}" type="parTrans" cxnId="{7B5A53B3-2667-4156-97A1-6CFB9004B85D}">
      <dgm:prSet/>
      <dgm:spPr/>
      <dgm:t>
        <a:bodyPr/>
        <a:lstStyle/>
        <a:p>
          <a:endParaRPr lang="en-ID"/>
        </a:p>
      </dgm:t>
    </dgm:pt>
    <dgm:pt modelId="{D9E7B4CC-400D-49FF-BBE3-0AB60B649B89}" type="sibTrans" cxnId="{7B5A53B3-2667-4156-97A1-6CFB9004B85D}">
      <dgm:prSet/>
      <dgm:spPr/>
      <dgm:t>
        <a:bodyPr/>
        <a:lstStyle/>
        <a:p>
          <a:endParaRPr lang="en-ID"/>
        </a:p>
      </dgm:t>
    </dgm:pt>
    <dgm:pt modelId="{523EF542-3F23-4EDE-AEE5-776F55F1581B}">
      <dgm:prSet phldrT="Add an event" phldr="0"/>
      <dgm:spPr/>
      <dgm:t>
        <a:bodyPr/>
        <a:lstStyle/>
        <a:p>
          <a:pPr>
            <a:defRPr b="1"/>
          </a:pPr>
          <a:r>
            <a:rPr lang="en-US" dirty="0" err="1"/>
            <a:t>Xây</a:t>
          </a:r>
          <a:r>
            <a:rPr lang="en-US" dirty="0"/>
            <a:t> </a:t>
          </a:r>
          <a:r>
            <a:rPr lang="en-US" dirty="0" err="1"/>
            <a:t>dựng</a:t>
          </a:r>
          <a:r>
            <a:rPr lang="en-US" dirty="0"/>
            <a:t> Dashboard</a:t>
          </a:r>
          <a:endParaRPr lang="en-ID" dirty="0"/>
        </a:p>
      </dgm:t>
    </dgm:pt>
    <dgm:pt modelId="{5758FAC2-9F81-46B8-9A5C-D5F3077D1B7C}" type="parTrans" cxnId="{A985E632-3E34-4991-A951-2717F7471D4A}">
      <dgm:prSet/>
      <dgm:spPr/>
      <dgm:t>
        <a:bodyPr/>
        <a:lstStyle/>
        <a:p>
          <a:endParaRPr lang="en-ID"/>
        </a:p>
      </dgm:t>
    </dgm:pt>
    <dgm:pt modelId="{1F370FC8-7A91-4C1A-81F6-531B41F45D24}" type="sibTrans" cxnId="{A985E632-3E34-4991-A951-2717F7471D4A}">
      <dgm:prSet/>
      <dgm:spPr/>
      <dgm:t>
        <a:bodyPr/>
        <a:lstStyle/>
        <a:p>
          <a:endParaRPr lang="en-ID"/>
        </a:p>
      </dgm:t>
    </dgm:pt>
    <dgm:pt modelId="{74CCF0E9-9C47-465F-99E9-3B109CA2CAC4}">
      <dgm:prSet phldrT="Write a description of the significance of this event" phldr="0"/>
      <dgm:spPr/>
      <dgm:t>
        <a:bodyPr/>
        <a:lstStyle/>
        <a:p>
          <a:r>
            <a:rPr lang="en-US" dirty="0"/>
            <a:t>1 </a:t>
          </a:r>
          <a:r>
            <a:rPr lang="en-US" dirty="0" err="1"/>
            <a:t>tuần</a:t>
          </a:r>
          <a:endParaRPr lang="en-ID" dirty="0"/>
        </a:p>
      </dgm:t>
    </dgm:pt>
    <dgm:pt modelId="{155A6E3E-CB10-4452-89FF-646E575208F5}" type="parTrans" cxnId="{6ED0A1AB-1974-41AB-A60C-07D60672BE2C}">
      <dgm:prSet/>
      <dgm:spPr/>
      <dgm:t>
        <a:bodyPr/>
        <a:lstStyle/>
        <a:p>
          <a:endParaRPr lang="en-ID"/>
        </a:p>
      </dgm:t>
    </dgm:pt>
    <dgm:pt modelId="{61121D99-EB66-46EF-88C3-366A9090929E}" type="sibTrans" cxnId="{6ED0A1AB-1974-41AB-A60C-07D60672BE2C}">
      <dgm:prSet/>
      <dgm:spPr/>
      <dgm:t>
        <a:bodyPr/>
        <a:lstStyle/>
        <a:p>
          <a:endParaRPr lang="en-ID"/>
        </a:p>
      </dgm:t>
    </dgm:pt>
    <dgm:pt modelId="{71B4AE5E-E50D-4379-B48C-4DAFB03E4CF0}">
      <dgm:prSet phldrT="Add an event" phldr="0"/>
      <dgm:spPr/>
      <dgm:t>
        <a:bodyPr/>
        <a:lstStyle/>
        <a:p>
          <a:pPr>
            <a:defRPr b="1"/>
          </a:pPr>
          <a:r>
            <a:rPr lang="en-US" dirty="0"/>
            <a:t>Báo </a:t>
          </a:r>
          <a:r>
            <a:rPr lang="en-US" dirty="0" err="1"/>
            <a:t>cáo</a:t>
          </a:r>
          <a:r>
            <a:rPr lang="en-US" dirty="0"/>
            <a:t> </a:t>
          </a:r>
          <a:r>
            <a:rPr lang="en-US" dirty="0" err="1"/>
            <a:t>và</a:t>
          </a:r>
          <a:r>
            <a:rPr lang="en-US" dirty="0"/>
            <a:t> </a:t>
          </a:r>
          <a:r>
            <a:rPr lang="en-US" dirty="0" err="1"/>
            <a:t>kiểm</a:t>
          </a:r>
          <a:r>
            <a:rPr lang="en-US" dirty="0"/>
            <a:t> </a:t>
          </a:r>
          <a:r>
            <a:rPr lang="en-US" dirty="0" err="1"/>
            <a:t>thử</a:t>
          </a:r>
          <a:endParaRPr lang="en-ID" dirty="0"/>
        </a:p>
      </dgm:t>
    </dgm:pt>
    <dgm:pt modelId="{6D3BB9D4-D40F-4862-A70F-335106A9FC92}" type="parTrans" cxnId="{CE505B05-96F1-4C93-B683-F2D9034B9021}">
      <dgm:prSet/>
      <dgm:spPr/>
      <dgm:t>
        <a:bodyPr/>
        <a:lstStyle/>
        <a:p>
          <a:endParaRPr lang="en-ID"/>
        </a:p>
      </dgm:t>
    </dgm:pt>
    <dgm:pt modelId="{F985F49F-E3BB-4A05-8449-10AC4D234655}" type="sibTrans" cxnId="{CE505B05-96F1-4C93-B683-F2D9034B9021}">
      <dgm:prSet/>
      <dgm:spPr/>
      <dgm:t>
        <a:bodyPr/>
        <a:lstStyle/>
        <a:p>
          <a:endParaRPr lang="en-ID"/>
        </a:p>
      </dgm:t>
    </dgm:pt>
    <dgm:pt modelId="{C04450AC-DC81-4B20-A218-238F49AB9270}">
      <dgm:prSet phldrT="Write a description of the significance of this event" phldr="0"/>
      <dgm:spPr/>
      <dgm:t>
        <a:bodyPr/>
        <a:lstStyle/>
        <a:p>
          <a:r>
            <a:rPr lang="en-US" dirty="0"/>
            <a:t>1 </a:t>
          </a:r>
          <a:r>
            <a:rPr lang="en-US" dirty="0" err="1"/>
            <a:t>tuần</a:t>
          </a:r>
          <a:endParaRPr lang="en-ID" dirty="0"/>
        </a:p>
      </dgm:t>
    </dgm:pt>
    <dgm:pt modelId="{F4D504B5-24E0-4504-B764-B6717F759F0B}" type="parTrans" cxnId="{A5F023CF-B38E-455E-BA2F-F119F6B71B1E}">
      <dgm:prSet/>
      <dgm:spPr/>
      <dgm:t>
        <a:bodyPr/>
        <a:lstStyle/>
        <a:p>
          <a:endParaRPr lang="en-ID"/>
        </a:p>
      </dgm:t>
    </dgm:pt>
    <dgm:pt modelId="{97AC9AA9-B396-4C4B-A61D-C3EFB80456F2}" type="sibTrans" cxnId="{A5F023CF-B38E-455E-BA2F-F119F6B71B1E}">
      <dgm:prSet/>
      <dgm:spPr/>
      <dgm:t>
        <a:bodyPr/>
        <a:lstStyle/>
        <a:p>
          <a:endParaRPr lang="en-ID"/>
        </a:p>
      </dgm:t>
    </dgm:pt>
    <dgm:pt modelId="{34BA52E5-1FC6-4C09-9B31-C2AAC0FC088F}" type="pres">
      <dgm:prSet presAssocID="{500FE6E7-20F2-46E9-AADB-A1289FA38A91}" presName="root" presStyleCnt="0">
        <dgm:presLayoutVars>
          <dgm:dir/>
          <dgm:animLvl val="lvl"/>
        </dgm:presLayoutVars>
      </dgm:prSet>
      <dgm:spPr/>
    </dgm:pt>
    <dgm:pt modelId="{3D478B82-3BF3-475B-83E6-81D082CCCED8}" type="pres">
      <dgm:prSet presAssocID="{500FE6E7-20F2-46E9-AADB-A1289FA38A91}" presName="divider" presStyleCnt="0"/>
      <dgm:spPr/>
    </dgm:pt>
    <dgm:pt modelId="{7FBEF459-E602-45DE-896F-B17FABD0FD45}" type="pres">
      <dgm:prSet presAssocID="{500FE6E7-20F2-46E9-AADB-A1289FA38A91}" presName="rectBar" presStyleLbl="dkBgShp" presStyleIdx="0" presStyleCnt="6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D9ED102C-21A3-4427-A638-64391EEEEC7D}" type="pres">
      <dgm:prSet presAssocID="{500FE6E7-20F2-46E9-AADB-A1289FA38A91}" presName="chevronArrow" presStyleLbl="dkBgShp" presStyleIdx="1" presStyleCnt="6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312532EB-6170-4D48-8D66-142239756CD7}" type="pres">
      <dgm:prSet presAssocID="{500FE6E7-20F2-46E9-AADB-A1289FA38A91}" presName="nodes" presStyleCnt="0">
        <dgm:presLayoutVars>
          <dgm:chMax/>
          <dgm:chPref/>
          <dgm:animLvl val="lvl"/>
        </dgm:presLayoutVars>
      </dgm:prSet>
      <dgm:spPr/>
    </dgm:pt>
    <dgm:pt modelId="{141736DF-325D-4743-9943-572774F3F9F7}" type="pres">
      <dgm:prSet presAssocID="{0D6EE15D-CA3C-498A-865A-4FB3E4CBA58D}" presName="composite" presStyleCnt="0"/>
      <dgm:spPr/>
    </dgm:pt>
    <dgm:pt modelId="{C4F4FC40-EF94-4F4C-8ADF-127A55D0374D}" type="pres">
      <dgm:prSet presAssocID="{0D6EE15D-CA3C-498A-865A-4FB3E4CBA58D}" presName="DropPinPlaceHolder" presStyleCnt="0"/>
      <dgm:spPr/>
    </dgm:pt>
    <dgm:pt modelId="{1CEE2C21-21C3-4C2F-AD1A-8CF0FA3A5926}" type="pres">
      <dgm:prSet presAssocID="{0D6EE15D-CA3C-498A-865A-4FB3E4CBA58D}" presName="DropPin" presStyleLbl="alignNode1" presStyleIdx="0" presStyleCnt="4"/>
      <dgm:spPr/>
    </dgm:pt>
    <dgm:pt modelId="{E2CAC979-6D02-4C0D-91E7-A11C112F3354}" type="pres">
      <dgm:prSet presAssocID="{0D6EE15D-CA3C-498A-865A-4FB3E4CBA58D}" presName="Ellipse" presStyleLbl="fgAcc1" presStyleIdx="0" presStyleCnt="4"/>
      <dgm:spPr/>
    </dgm:pt>
    <dgm:pt modelId="{91FA2F8D-7DBC-4A57-A1BD-97AF80F1C9C5}" type="pres">
      <dgm:prSet presAssocID="{0D6EE15D-CA3C-498A-865A-4FB3E4CBA58D}" presName="L2TextContainer" presStyleLbl="revTx" presStyleIdx="0" presStyleCnt="8">
        <dgm:presLayoutVars>
          <dgm:bulletEnabled val="1"/>
        </dgm:presLayoutVars>
      </dgm:prSet>
      <dgm:spPr/>
    </dgm:pt>
    <dgm:pt modelId="{E716F26F-2E9F-4ED7-A0C8-81D0B9BF0467}" type="pres">
      <dgm:prSet presAssocID="{0D6EE15D-CA3C-498A-865A-4FB3E4CBA58D}" presName="L1TextContainer" presStyleLbl="revTx" presStyleIdx="1" presStyleCnt="8">
        <dgm:presLayoutVars>
          <dgm:chMax val="1"/>
          <dgm:chPref val="1"/>
          <dgm:bulletEnabled val="1"/>
        </dgm:presLayoutVars>
      </dgm:prSet>
      <dgm:spPr/>
    </dgm:pt>
    <dgm:pt modelId="{883E2714-F046-402A-A7F4-23B98F476E28}" type="pres">
      <dgm:prSet presAssocID="{0D6EE15D-CA3C-498A-865A-4FB3E4CBA58D}" presName="ConnectLine" presStyleLbl="dkBgShp" presStyleIdx="2" presStyleCnt="6"/>
      <dgm:spPr/>
    </dgm:pt>
    <dgm:pt modelId="{9FEA09B8-551A-4FAA-8C63-7D7AD677BC3A}" type="pres">
      <dgm:prSet presAssocID="{0D6EE15D-CA3C-498A-865A-4FB3E4CBA58D}" presName="ConnectorPoint" presStyleCnt="0"/>
      <dgm:spPr/>
    </dgm:pt>
    <dgm:pt modelId="{E1F2F91B-C4C0-4619-871E-9F7995AC85B5}" type="pres">
      <dgm:prSet presAssocID="{0D6EE15D-CA3C-498A-865A-4FB3E4CBA58D}" presName="Bullet" presStyleLbl="lnNode1" presStyleIdx="0" presStyleCnt="4"/>
      <dgm:spPr/>
    </dgm:pt>
    <dgm:pt modelId="{1759179B-49D4-4E92-A83D-7E4F89B3AE48}" type="pres">
      <dgm:prSet presAssocID="{0D6EE15D-CA3C-498A-865A-4FB3E4CBA58D}" presName="EmptyPlaceHolder" presStyleCnt="0"/>
      <dgm:spPr/>
    </dgm:pt>
    <dgm:pt modelId="{42CF4176-EF2B-4AF3-8541-045FB063AFAB}" type="pres">
      <dgm:prSet presAssocID="{8961B149-79AE-4E1D-BBE7-DA35D7E5B7F1}" presName="spaceBetweenRectangles" presStyleCnt="0"/>
      <dgm:spPr/>
    </dgm:pt>
    <dgm:pt modelId="{7679CC43-A633-4567-B0F1-80744733E351}" type="pres">
      <dgm:prSet presAssocID="{79478ACA-3F68-4E3F-953A-870B2DDEB51F}" presName="composite" presStyleCnt="0"/>
      <dgm:spPr/>
    </dgm:pt>
    <dgm:pt modelId="{AB4A0979-A226-433A-AD50-5ECB952ACBD2}" type="pres">
      <dgm:prSet presAssocID="{79478ACA-3F68-4E3F-953A-870B2DDEB51F}" presName="DropPinPlaceHolder" presStyleCnt="0"/>
      <dgm:spPr/>
    </dgm:pt>
    <dgm:pt modelId="{D8AE4DB2-E85E-49E0-8EF1-185DCBB99C89}" type="pres">
      <dgm:prSet presAssocID="{79478ACA-3F68-4E3F-953A-870B2DDEB51F}" presName="DropPin" presStyleLbl="alignNode1" presStyleIdx="1" presStyleCnt="4"/>
      <dgm:spPr/>
    </dgm:pt>
    <dgm:pt modelId="{D5DE2604-AC16-44C0-AA84-BCA8AF25C4B7}" type="pres">
      <dgm:prSet presAssocID="{79478ACA-3F68-4E3F-953A-870B2DDEB51F}" presName="Ellipse" presStyleLbl="fgAcc1" presStyleIdx="1" presStyleCnt="4"/>
      <dgm:spPr/>
    </dgm:pt>
    <dgm:pt modelId="{DF034A2E-B819-45CF-A069-D50A2E6BE58F}" type="pres">
      <dgm:prSet presAssocID="{79478ACA-3F68-4E3F-953A-870B2DDEB51F}" presName="L2TextContainer" presStyleLbl="revTx" presStyleIdx="2" presStyleCnt="8">
        <dgm:presLayoutVars>
          <dgm:bulletEnabled val="1"/>
        </dgm:presLayoutVars>
      </dgm:prSet>
      <dgm:spPr/>
    </dgm:pt>
    <dgm:pt modelId="{74D5F595-F8DB-48A0-A679-9C7165E81A58}" type="pres">
      <dgm:prSet presAssocID="{79478ACA-3F68-4E3F-953A-870B2DDEB51F}" presName="L1TextContainer" presStyleLbl="revTx" presStyleIdx="3" presStyleCnt="8">
        <dgm:presLayoutVars>
          <dgm:chMax val="1"/>
          <dgm:chPref val="1"/>
          <dgm:bulletEnabled val="1"/>
        </dgm:presLayoutVars>
      </dgm:prSet>
      <dgm:spPr/>
    </dgm:pt>
    <dgm:pt modelId="{1FE14E50-E9D2-4903-9ED4-EFFB756F3855}" type="pres">
      <dgm:prSet presAssocID="{79478ACA-3F68-4E3F-953A-870B2DDEB51F}" presName="ConnectLine" presStyleLbl="dkBgShp" presStyleIdx="3" presStyleCnt="6"/>
      <dgm:spPr/>
    </dgm:pt>
    <dgm:pt modelId="{300A1A85-93FD-49BA-AC26-8AC144C51E66}" type="pres">
      <dgm:prSet presAssocID="{79478ACA-3F68-4E3F-953A-870B2DDEB51F}" presName="ConnectorPoint" presStyleCnt="0"/>
      <dgm:spPr/>
    </dgm:pt>
    <dgm:pt modelId="{7588B8CA-F555-4CF2-B510-7C40CF9C5A3C}" type="pres">
      <dgm:prSet presAssocID="{79478ACA-3F68-4E3F-953A-870B2DDEB51F}" presName="Bullet" presStyleLbl="lnNode1" presStyleIdx="1" presStyleCnt="4"/>
      <dgm:spPr/>
    </dgm:pt>
    <dgm:pt modelId="{72878821-D45E-4440-A237-C7578A8F8D23}" type="pres">
      <dgm:prSet presAssocID="{79478ACA-3F68-4E3F-953A-870B2DDEB51F}" presName="EmptyPlaceHolder" presStyleCnt="0"/>
      <dgm:spPr/>
    </dgm:pt>
    <dgm:pt modelId="{35DE977C-7EA4-4DFC-A8AF-7C1977D6FEF6}" type="pres">
      <dgm:prSet presAssocID="{31453A0E-3EBD-49F9-A7B4-17D406DE2A3A}" presName="spaceBetweenRectangles" presStyleCnt="0"/>
      <dgm:spPr/>
    </dgm:pt>
    <dgm:pt modelId="{A58C7919-66C2-4C09-8F7F-2182350B49DD}" type="pres">
      <dgm:prSet presAssocID="{523EF542-3F23-4EDE-AEE5-776F55F1581B}" presName="composite" presStyleCnt="0"/>
      <dgm:spPr/>
    </dgm:pt>
    <dgm:pt modelId="{85AE1EAF-BF1F-4A8E-8819-58B905D338E2}" type="pres">
      <dgm:prSet presAssocID="{523EF542-3F23-4EDE-AEE5-776F55F1581B}" presName="DropPinPlaceHolder" presStyleCnt="0"/>
      <dgm:spPr/>
    </dgm:pt>
    <dgm:pt modelId="{F5F2911C-B180-48B9-A8E2-90243E7EE9DE}" type="pres">
      <dgm:prSet presAssocID="{523EF542-3F23-4EDE-AEE5-776F55F1581B}" presName="DropPin" presStyleLbl="alignNode1" presStyleIdx="2" presStyleCnt="4"/>
      <dgm:spPr/>
    </dgm:pt>
    <dgm:pt modelId="{17219104-8ACA-4BAF-98B6-07DDC5FA4240}" type="pres">
      <dgm:prSet presAssocID="{523EF542-3F23-4EDE-AEE5-776F55F1581B}" presName="Ellipse" presStyleLbl="fgAcc1" presStyleIdx="2" presStyleCnt="4"/>
      <dgm:spPr/>
    </dgm:pt>
    <dgm:pt modelId="{211DC0F0-AEF0-486F-A46F-5D3A3C2E681A}" type="pres">
      <dgm:prSet presAssocID="{523EF542-3F23-4EDE-AEE5-776F55F1581B}" presName="L2TextContainer" presStyleLbl="revTx" presStyleIdx="4" presStyleCnt="8">
        <dgm:presLayoutVars>
          <dgm:bulletEnabled val="1"/>
        </dgm:presLayoutVars>
      </dgm:prSet>
      <dgm:spPr/>
    </dgm:pt>
    <dgm:pt modelId="{C483E56E-E012-43BB-8FCD-5B483A9543C2}" type="pres">
      <dgm:prSet presAssocID="{523EF542-3F23-4EDE-AEE5-776F55F1581B}" presName="L1TextContainer" presStyleLbl="revTx" presStyleIdx="5" presStyleCnt="8">
        <dgm:presLayoutVars>
          <dgm:chMax val="1"/>
          <dgm:chPref val="1"/>
          <dgm:bulletEnabled val="1"/>
        </dgm:presLayoutVars>
      </dgm:prSet>
      <dgm:spPr/>
    </dgm:pt>
    <dgm:pt modelId="{E395D4A2-F999-4F80-AA87-3DCA7564A2FE}" type="pres">
      <dgm:prSet presAssocID="{523EF542-3F23-4EDE-AEE5-776F55F1581B}" presName="ConnectLine" presStyleLbl="dkBgShp" presStyleIdx="4" presStyleCnt="6"/>
      <dgm:spPr/>
    </dgm:pt>
    <dgm:pt modelId="{E82E5AD9-3147-43E5-AC04-E263BB61213C}" type="pres">
      <dgm:prSet presAssocID="{523EF542-3F23-4EDE-AEE5-776F55F1581B}" presName="ConnectorPoint" presStyleCnt="0"/>
      <dgm:spPr/>
    </dgm:pt>
    <dgm:pt modelId="{412D9789-B8D3-4FF5-843F-31D7015D0ADA}" type="pres">
      <dgm:prSet presAssocID="{523EF542-3F23-4EDE-AEE5-776F55F1581B}" presName="Bullet" presStyleLbl="lnNode1" presStyleIdx="2" presStyleCnt="4"/>
      <dgm:spPr/>
    </dgm:pt>
    <dgm:pt modelId="{32631038-0EA4-43C8-9E70-743AC126F2C7}" type="pres">
      <dgm:prSet presAssocID="{523EF542-3F23-4EDE-AEE5-776F55F1581B}" presName="EmptyPlaceHolder" presStyleCnt="0"/>
      <dgm:spPr/>
    </dgm:pt>
    <dgm:pt modelId="{DF7DC3E1-A703-49D8-A61E-6CD73C95B6A4}" type="pres">
      <dgm:prSet presAssocID="{1F370FC8-7A91-4C1A-81F6-531B41F45D24}" presName="spaceBetweenRectangles" presStyleCnt="0"/>
      <dgm:spPr/>
    </dgm:pt>
    <dgm:pt modelId="{D3C8CA1E-55B3-4197-B08F-1F3B2284CFD0}" type="pres">
      <dgm:prSet presAssocID="{71B4AE5E-E50D-4379-B48C-4DAFB03E4CF0}" presName="composite" presStyleCnt="0"/>
      <dgm:spPr/>
    </dgm:pt>
    <dgm:pt modelId="{7355AA93-D90E-4504-AAA0-8DB69A6DC46D}" type="pres">
      <dgm:prSet presAssocID="{71B4AE5E-E50D-4379-B48C-4DAFB03E4CF0}" presName="DropPinPlaceHolder" presStyleCnt="0"/>
      <dgm:spPr/>
    </dgm:pt>
    <dgm:pt modelId="{8A7AB0A3-E71D-4114-82EA-C9577F40FAC9}" type="pres">
      <dgm:prSet presAssocID="{71B4AE5E-E50D-4379-B48C-4DAFB03E4CF0}" presName="DropPin" presStyleLbl="alignNode1" presStyleIdx="3" presStyleCnt="4"/>
      <dgm:spPr/>
    </dgm:pt>
    <dgm:pt modelId="{B14F13A0-F92D-4EE6-8C39-FE1FD7B7718F}" type="pres">
      <dgm:prSet presAssocID="{71B4AE5E-E50D-4379-B48C-4DAFB03E4CF0}" presName="Ellipse" presStyleLbl="fgAcc1" presStyleIdx="3" presStyleCnt="4"/>
      <dgm:spPr/>
    </dgm:pt>
    <dgm:pt modelId="{DA64F601-1F16-4C7C-9F31-CB876BC92953}" type="pres">
      <dgm:prSet presAssocID="{71B4AE5E-E50D-4379-B48C-4DAFB03E4CF0}" presName="L2TextContainer" presStyleLbl="revTx" presStyleIdx="6" presStyleCnt="8">
        <dgm:presLayoutVars>
          <dgm:bulletEnabled val="1"/>
        </dgm:presLayoutVars>
      </dgm:prSet>
      <dgm:spPr/>
    </dgm:pt>
    <dgm:pt modelId="{A6B0C6B8-8925-4596-A1EB-A2D952B8BC06}" type="pres">
      <dgm:prSet presAssocID="{71B4AE5E-E50D-4379-B48C-4DAFB03E4CF0}" presName="L1TextContainer" presStyleLbl="revTx" presStyleIdx="7" presStyleCnt="8">
        <dgm:presLayoutVars>
          <dgm:chMax val="1"/>
          <dgm:chPref val="1"/>
          <dgm:bulletEnabled val="1"/>
        </dgm:presLayoutVars>
      </dgm:prSet>
      <dgm:spPr/>
    </dgm:pt>
    <dgm:pt modelId="{018827DB-04B3-4E65-8506-972228AD442D}" type="pres">
      <dgm:prSet presAssocID="{71B4AE5E-E50D-4379-B48C-4DAFB03E4CF0}" presName="ConnectLine" presStyleLbl="dkBgShp" presStyleIdx="5" presStyleCnt="6"/>
      <dgm:spPr/>
    </dgm:pt>
    <dgm:pt modelId="{E831DC0D-6F66-4424-8AF3-49B7AA96D816}" type="pres">
      <dgm:prSet presAssocID="{71B4AE5E-E50D-4379-B48C-4DAFB03E4CF0}" presName="ConnectorPoint" presStyleCnt="0"/>
      <dgm:spPr/>
    </dgm:pt>
    <dgm:pt modelId="{0116099D-DF9A-4048-AA14-8F4C5A538241}" type="pres">
      <dgm:prSet presAssocID="{71B4AE5E-E50D-4379-B48C-4DAFB03E4CF0}" presName="Bullet" presStyleLbl="lnNode1" presStyleIdx="3" presStyleCnt="4"/>
      <dgm:spPr/>
    </dgm:pt>
    <dgm:pt modelId="{5E0334CD-C9C8-462F-ADD9-FEFD38B9B544}" type="pres">
      <dgm:prSet presAssocID="{71B4AE5E-E50D-4379-B48C-4DAFB03E4CF0}" presName="EmptyPlaceHolder" presStyleCnt="0"/>
      <dgm:spPr/>
    </dgm:pt>
  </dgm:ptLst>
  <dgm:cxnLst>
    <dgm:cxn modelId="{EA810A00-E273-4C6F-A3A2-FCB3E2C7FAE2}" type="presOf" srcId="{71B4AE5E-E50D-4379-B48C-4DAFB03E4CF0}" destId="{A6B0C6B8-8925-4596-A1EB-A2D952B8BC06}" srcOrd="0" destOrd="0" presId="urn:microsoft.com/office/officeart/2024/layout/BulletTimeline"/>
    <dgm:cxn modelId="{5D148503-6FC1-4F54-8DB0-9883C1432E88}" type="presOf" srcId="{79478ACA-3F68-4E3F-953A-870B2DDEB51F}" destId="{74D5F595-F8DB-48A0-A679-9C7165E81A58}" srcOrd="0" destOrd="0" presId="urn:microsoft.com/office/officeart/2024/layout/BulletTimeline"/>
    <dgm:cxn modelId="{CE505B05-96F1-4C93-B683-F2D9034B9021}" srcId="{500FE6E7-20F2-46E9-AADB-A1289FA38A91}" destId="{71B4AE5E-E50D-4379-B48C-4DAFB03E4CF0}" srcOrd="3" destOrd="0" parTransId="{6D3BB9D4-D40F-4862-A70F-335106A9FC92}" sibTransId="{F985F49F-E3BB-4A05-8449-10AC4D234655}"/>
    <dgm:cxn modelId="{D94A9E05-C646-44B5-AACF-ADA8EA2D153C}" type="presOf" srcId="{500FE6E7-20F2-46E9-AADB-A1289FA38A91}" destId="{34BA52E5-1FC6-4C09-9B31-C2AAC0FC088F}" srcOrd="0" destOrd="0" presId="urn:microsoft.com/office/officeart/2024/layout/BulletTimeline"/>
    <dgm:cxn modelId="{4683F014-E7A8-490D-9270-1C3C637C1036}" srcId="{0D6EE15D-CA3C-498A-865A-4FB3E4CBA58D}" destId="{29C45390-1B2F-460D-BC7E-151E28A902F2}" srcOrd="0" destOrd="0" parTransId="{757645A5-6B4F-4D30-B406-3B7F1AAE158A}" sibTransId="{09BAD9EE-17FE-4C5E-B5A1-15933C650AFA}"/>
    <dgm:cxn modelId="{829BED16-3BC3-4BE9-9502-D7643CA2382E}" type="presOf" srcId="{C04450AC-DC81-4B20-A218-238F49AB9270}" destId="{DA64F601-1F16-4C7C-9F31-CB876BC92953}" srcOrd="0" destOrd="0" presId="urn:microsoft.com/office/officeart/2024/layout/BulletTimeline"/>
    <dgm:cxn modelId="{3AE5F917-7A60-4F07-B6C1-0D7850423A15}" type="presOf" srcId="{0D6EE15D-CA3C-498A-865A-4FB3E4CBA58D}" destId="{E716F26F-2E9F-4ED7-A0C8-81D0B9BF0467}" srcOrd="0" destOrd="0" presId="urn:microsoft.com/office/officeart/2024/layout/BulletTimeline"/>
    <dgm:cxn modelId="{64F0C921-A5FE-4F9D-BBAE-06864CE9C681}" type="presOf" srcId="{74CCF0E9-9C47-465F-99E9-3B109CA2CAC4}" destId="{211DC0F0-AEF0-486F-A46F-5D3A3C2E681A}" srcOrd="0" destOrd="0" presId="urn:microsoft.com/office/officeart/2024/layout/BulletTimeline"/>
    <dgm:cxn modelId="{82047A29-3970-4542-8703-A87431FD2F5B}" type="presOf" srcId="{29C45390-1B2F-460D-BC7E-151E28A902F2}" destId="{91FA2F8D-7DBC-4A57-A1BD-97AF80F1C9C5}" srcOrd="0" destOrd="0" presId="urn:microsoft.com/office/officeart/2024/layout/BulletTimeline"/>
    <dgm:cxn modelId="{A985E632-3E34-4991-A951-2717F7471D4A}" srcId="{500FE6E7-20F2-46E9-AADB-A1289FA38A91}" destId="{523EF542-3F23-4EDE-AEE5-776F55F1581B}" srcOrd="2" destOrd="0" parTransId="{5758FAC2-9F81-46B8-9A5C-D5F3077D1B7C}" sibTransId="{1F370FC8-7A91-4C1A-81F6-531B41F45D24}"/>
    <dgm:cxn modelId="{FF47D940-9AAE-43FC-9E6C-AF08FDE52465}" srcId="{500FE6E7-20F2-46E9-AADB-A1289FA38A91}" destId="{79478ACA-3F68-4E3F-953A-870B2DDEB51F}" srcOrd="1" destOrd="0" parTransId="{5B85C10F-4554-41DC-A214-EE0291E86CE3}" sibTransId="{31453A0E-3EBD-49F9-A7B4-17D406DE2A3A}"/>
    <dgm:cxn modelId="{E8349B7E-7885-4753-B5DC-0EDE77C25ECC}" type="presOf" srcId="{ACF9BDFE-D6D7-4FE2-B6CA-64B0D26418F5}" destId="{DF034A2E-B819-45CF-A069-D50A2E6BE58F}" srcOrd="0" destOrd="0" presId="urn:microsoft.com/office/officeart/2024/layout/BulletTimeline"/>
    <dgm:cxn modelId="{6ED0A1AB-1974-41AB-A60C-07D60672BE2C}" srcId="{523EF542-3F23-4EDE-AEE5-776F55F1581B}" destId="{74CCF0E9-9C47-465F-99E9-3B109CA2CAC4}" srcOrd="0" destOrd="0" parTransId="{155A6E3E-CB10-4452-89FF-646E575208F5}" sibTransId="{61121D99-EB66-46EF-88C3-366A9090929E}"/>
    <dgm:cxn modelId="{7B5A53B3-2667-4156-97A1-6CFB9004B85D}" srcId="{79478ACA-3F68-4E3F-953A-870B2DDEB51F}" destId="{ACF9BDFE-D6D7-4FE2-B6CA-64B0D26418F5}" srcOrd="0" destOrd="0" parTransId="{AED80728-7CA2-4FCA-ADAD-33BB8DB760C3}" sibTransId="{D9E7B4CC-400D-49FF-BBE3-0AB60B649B89}"/>
    <dgm:cxn modelId="{9DA779B5-F171-437A-A4C1-CB9DD48A8A20}" srcId="{500FE6E7-20F2-46E9-AADB-A1289FA38A91}" destId="{0D6EE15D-CA3C-498A-865A-4FB3E4CBA58D}" srcOrd="0" destOrd="0" parTransId="{07E61A8C-6846-48B5-BB13-4CBCF2AE62A4}" sibTransId="{8961B149-79AE-4E1D-BBE7-DA35D7E5B7F1}"/>
    <dgm:cxn modelId="{A5F023CF-B38E-455E-BA2F-F119F6B71B1E}" srcId="{71B4AE5E-E50D-4379-B48C-4DAFB03E4CF0}" destId="{C04450AC-DC81-4B20-A218-238F49AB9270}" srcOrd="0" destOrd="0" parTransId="{F4D504B5-24E0-4504-B764-B6717F759F0B}" sibTransId="{97AC9AA9-B396-4C4B-A61D-C3EFB80456F2}"/>
    <dgm:cxn modelId="{B19950EB-15D3-43BE-8D8A-6DA24D09A575}" type="presOf" srcId="{523EF542-3F23-4EDE-AEE5-776F55F1581B}" destId="{C483E56E-E012-43BB-8FCD-5B483A9543C2}" srcOrd="0" destOrd="0" presId="urn:microsoft.com/office/officeart/2024/layout/BulletTimeline"/>
    <dgm:cxn modelId="{F135CC01-331C-4C9F-8896-489D14E3AC4C}" type="presParOf" srcId="{34BA52E5-1FC6-4C09-9B31-C2AAC0FC088F}" destId="{3D478B82-3BF3-475B-83E6-81D082CCCED8}" srcOrd="0" destOrd="0" presId="urn:microsoft.com/office/officeart/2024/layout/BulletTimeline"/>
    <dgm:cxn modelId="{23370F1F-0DCE-450E-93DE-43941C59A9B5}" type="presParOf" srcId="{3D478B82-3BF3-475B-83E6-81D082CCCED8}" destId="{7FBEF459-E602-45DE-896F-B17FABD0FD45}" srcOrd="0" destOrd="0" presId="urn:microsoft.com/office/officeart/2024/layout/BulletTimeline"/>
    <dgm:cxn modelId="{7FA69F9A-93E6-4609-835A-9101125805BF}" type="presParOf" srcId="{3D478B82-3BF3-475B-83E6-81D082CCCED8}" destId="{D9ED102C-21A3-4427-A638-64391EEEEC7D}" srcOrd="1" destOrd="0" presId="urn:microsoft.com/office/officeart/2024/layout/BulletTimeline"/>
    <dgm:cxn modelId="{02E9BBDD-AB81-4965-A363-4EB17B9D5B70}" type="presParOf" srcId="{34BA52E5-1FC6-4C09-9B31-C2AAC0FC088F}" destId="{312532EB-6170-4D48-8D66-142239756CD7}" srcOrd="1" destOrd="0" presId="urn:microsoft.com/office/officeart/2024/layout/BulletTimeline"/>
    <dgm:cxn modelId="{6D7CDE15-E67D-4A42-A290-F5FEE7FCC81F}" type="presParOf" srcId="{312532EB-6170-4D48-8D66-142239756CD7}" destId="{141736DF-325D-4743-9943-572774F3F9F7}" srcOrd="0" destOrd="0" presId="urn:microsoft.com/office/officeart/2024/layout/BulletTimeline"/>
    <dgm:cxn modelId="{8510137E-4EB4-4181-A70E-D65A9C9E1B5B}" type="presParOf" srcId="{141736DF-325D-4743-9943-572774F3F9F7}" destId="{C4F4FC40-EF94-4F4C-8ADF-127A55D0374D}" srcOrd="0" destOrd="0" presId="urn:microsoft.com/office/officeart/2024/layout/BulletTimeline"/>
    <dgm:cxn modelId="{3B7C6C6C-5A12-43D5-AC54-7A94D7003706}" type="presParOf" srcId="{C4F4FC40-EF94-4F4C-8ADF-127A55D0374D}" destId="{1CEE2C21-21C3-4C2F-AD1A-8CF0FA3A5926}" srcOrd="0" destOrd="0" presId="urn:microsoft.com/office/officeart/2024/layout/BulletTimeline"/>
    <dgm:cxn modelId="{86CAD589-5162-474D-9FCB-3526859559A6}" type="presParOf" srcId="{C4F4FC40-EF94-4F4C-8ADF-127A55D0374D}" destId="{E2CAC979-6D02-4C0D-91E7-A11C112F3354}" srcOrd="1" destOrd="0" presId="urn:microsoft.com/office/officeart/2024/layout/BulletTimeline"/>
    <dgm:cxn modelId="{EFACE90F-65BB-4DBD-8633-719C16CE0072}" type="presParOf" srcId="{141736DF-325D-4743-9943-572774F3F9F7}" destId="{91FA2F8D-7DBC-4A57-A1BD-97AF80F1C9C5}" srcOrd="1" destOrd="0" presId="urn:microsoft.com/office/officeart/2024/layout/BulletTimeline"/>
    <dgm:cxn modelId="{D855E848-BCD8-445C-92DE-55DF4767614A}" type="presParOf" srcId="{141736DF-325D-4743-9943-572774F3F9F7}" destId="{E716F26F-2E9F-4ED7-A0C8-81D0B9BF0467}" srcOrd="2" destOrd="0" presId="urn:microsoft.com/office/officeart/2024/layout/BulletTimeline"/>
    <dgm:cxn modelId="{11A04A64-F8F8-4702-AEF0-CCD46A92D73E}" type="presParOf" srcId="{141736DF-325D-4743-9943-572774F3F9F7}" destId="{883E2714-F046-402A-A7F4-23B98F476E28}" srcOrd="3" destOrd="0" presId="urn:microsoft.com/office/officeart/2024/layout/BulletTimeline"/>
    <dgm:cxn modelId="{A720587F-041C-4D8C-8D16-C6E31B58B350}" type="presParOf" srcId="{141736DF-325D-4743-9943-572774F3F9F7}" destId="{9FEA09B8-551A-4FAA-8C63-7D7AD677BC3A}" srcOrd="4" destOrd="0" presId="urn:microsoft.com/office/officeart/2024/layout/BulletTimeline"/>
    <dgm:cxn modelId="{FCD917C5-0935-471D-95BB-31E8BA162879}" type="presParOf" srcId="{9FEA09B8-551A-4FAA-8C63-7D7AD677BC3A}" destId="{E1F2F91B-C4C0-4619-871E-9F7995AC85B5}" srcOrd="0" destOrd="0" presId="urn:microsoft.com/office/officeart/2024/layout/BulletTimeline"/>
    <dgm:cxn modelId="{BE37350E-F029-4E0D-9081-7F3F5EC9365B}" type="presParOf" srcId="{141736DF-325D-4743-9943-572774F3F9F7}" destId="{1759179B-49D4-4E92-A83D-7E4F89B3AE48}" srcOrd="5" destOrd="0" presId="urn:microsoft.com/office/officeart/2024/layout/BulletTimeline"/>
    <dgm:cxn modelId="{B9CE8A4D-2931-445C-9FCA-4F4C10FA6B38}" type="presParOf" srcId="{312532EB-6170-4D48-8D66-142239756CD7}" destId="{42CF4176-EF2B-4AF3-8541-045FB063AFAB}" srcOrd="1" destOrd="0" presId="urn:microsoft.com/office/officeart/2024/layout/BulletTimeline"/>
    <dgm:cxn modelId="{2C9E01A1-D5B2-49E1-885E-BAB2936488DD}" type="presParOf" srcId="{312532EB-6170-4D48-8D66-142239756CD7}" destId="{7679CC43-A633-4567-B0F1-80744733E351}" srcOrd="2" destOrd="0" presId="urn:microsoft.com/office/officeart/2024/layout/BulletTimeline"/>
    <dgm:cxn modelId="{286964FB-6FA4-443B-BD85-F347F431A8B7}" type="presParOf" srcId="{7679CC43-A633-4567-B0F1-80744733E351}" destId="{AB4A0979-A226-433A-AD50-5ECB952ACBD2}" srcOrd="0" destOrd="0" presId="urn:microsoft.com/office/officeart/2024/layout/BulletTimeline"/>
    <dgm:cxn modelId="{F33A2D90-9BE7-4DD3-BF77-7DB44D26F55B}" type="presParOf" srcId="{AB4A0979-A226-433A-AD50-5ECB952ACBD2}" destId="{D8AE4DB2-E85E-49E0-8EF1-185DCBB99C89}" srcOrd="0" destOrd="0" presId="urn:microsoft.com/office/officeart/2024/layout/BulletTimeline"/>
    <dgm:cxn modelId="{39A7AD48-A017-4ABE-9283-17C910B05505}" type="presParOf" srcId="{AB4A0979-A226-433A-AD50-5ECB952ACBD2}" destId="{D5DE2604-AC16-44C0-AA84-BCA8AF25C4B7}" srcOrd="1" destOrd="0" presId="urn:microsoft.com/office/officeart/2024/layout/BulletTimeline"/>
    <dgm:cxn modelId="{22C0D905-1334-4F31-BF56-4AB0AB18B9B6}" type="presParOf" srcId="{7679CC43-A633-4567-B0F1-80744733E351}" destId="{DF034A2E-B819-45CF-A069-D50A2E6BE58F}" srcOrd="1" destOrd="0" presId="urn:microsoft.com/office/officeart/2024/layout/BulletTimeline"/>
    <dgm:cxn modelId="{B51CC30F-8CB1-4DF4-8D81-4BE048F35FA3}" type="presParOf" srcId="{7679CC43-A633-4567-B0F1-80744733E351}" destId="{74D5F595-F8DB-48A0-A679-9C7165E81A58}" srcOrd="2" destOrd="0" presId="urn:microsoft.com/office/officeart/2024/layout/BulletTimeline"/>
    <dgm:cxn modelId="{2D049228-7FDC-4B70-80C5-8C3ED6209B86}" type="presParOf" srcId="{7679CC43-A633-4567-B0F1-80744733E351}" destId="{1FE14E50-E9D2-4903-9ED4-EFFB756F3855}" srcOrd="3" destOrd="0" presId="urn:microsoft.com/office/officeart/2024/layout/BulletTimeline"/>
    <dgm:cxn modelId="{E7705EC0-B6BF-4DC5-BA76-F89F3E5D8C26}" type="presParOf" srcId="{7679CC43-A633-4567-B0F1-80744733E351}" destId="{300A1A85-93FD-49BA-AC26-8AC144C51E66}" srcOrd="4" destOrd="0" presId="urn:microsoft.com/office/officeart/2024/layout/BulletTimeline"/>
    <dgm:cxn modelId="{49DDCEF1-6C23-42DF-93EE-B1BEB7E64F91}" type="presParOf" srcId="{300A1A85-93FD-49BA-AC26-8AC144C51E66}" destId="{7588B8CA-F555-4CF2-B510-7C40CF9C5A3C}" srcOrd="0" destOrd="0" presId="urn:microsoft.com/office/officeart/2024/layout/BulletTimeline"/>
    <dgm:cxn modelId="{C342EC8D-8AF9-4540-8B2A-8387C4B2792A}" type="presParOf" srcId="{7679CC43-A633-4567-B0F1-80744733E351}" destId="{72878821-D45E-4440-A237-C7578A8F8D23}" srcOrd="5" destOrd="0" presId="urn:microsoft.com/office/officeart/2024/layout/BulletTimeline"/>
    <dgm:cxn modelId="{95675B0C-7E13-4613-A0FA-B83915F2909D}" type="presParOf" srcId="{312532EB-6170-4D48-8D66-142239756CD7}" destId="{35DE977C-7EA4-4DFC-A8AF-7C1977D6FEF6}" srcOrd="3" destOrd="0" presId="urn:microsoft.com/office/officeart/2024/layout/BulletTimeline"/>
    <dgm:cxn modelId="{A9AA813E-1081-435D-8F46-09B6A9E82F81}" type="presParOf" srcId="{312532EB-6170-4D48-8D66-142239756CD7}" destId="{A58C7919-66C2-4C09-8F7F-2182350B49DD}" srcOrd="4" destOrd="0" presId="urn:microsoft.com/office/officeart/2024/layout/BulletTimeline"/>
    <dgm:cxn modelId="{0202E87D-1C61-452F-9B4B-A9828D69C5FE}" type="presParOf" srcId="{A58C7919-66C2-4C09-8F7F-2182350B49DD}" destId="{85AE1EAF-BF1F-4A8E-8819-58B905D338E2}" srcOrd="0" destOrd="0" presId="urn:microsoft.com/office/officeart/2024/layout/BulletTimeline"/>
    <dgm:cxn modelId="{0BDC62CF-7987-457D-9C36-2FF6782BC1CC}" type="presParOf" srcId="{85AE1EAF-BF1F-4A8E-8819-58B905D338E2}" destId="{F5F2911C-B180-48B9-A8E2-90243E7EE9DE}" srcOrd="0" destOrd="0" presId="urn:microsoft.com/office/officeart/2024/layout/BulletTimeline"/>
    <dgm:cxn modelId="{F2C3E31E-C3A8-4B84-8998-59A93EEBDC2E}" type="presParOf" srcId="{85AE1EAF-BF1F-4A8E-8819-58B905D338E2}" destId="{17219104-8ACA-4BAF-98B6-07DDC5FA4240}" srcOrd="1" destOrd="0" presId="urn:microsoft.com/office/officeart/2024/layout/BulletTimeline"/>
    <dgm:cxn modelId="{035BC97C-B1A7-4FEE-9DB6-77B96CA9B845}" type="presParOf" srcId="{A58C7919-66C2-4C09-8F7F-2182350B49DD}" destId="{211DC0F0-AEF0-486F-A46F-5D3A3C2E681A}" srcOrd="1" destOrd="0" presId="urn:microsoft.com/office/officeart/2024/layout/BulletTimeline"/>
    <dgm:cxn modelId="{C1B4407C-9EC0-4214-B880-4BDC39CB3C71}" type="presParOf" srcId="{A58C7919-66C2-4C09-8F7F-2182350B49DD}" destId="{C483E56E-E012-43BB-8FCD-5B483A9543C2}" srcOrd="2" destOrd="0" presId="urn:microsoft.com/office/officeart/2024/layout/BulletTimeline"/>
    <dgm:cxn modelId="{600220B6-405A-4E48-9044-234DAA6FD2F0}" type="presParOf" srcId="{A58C7919-66C2-4C09-8F7F-2182350B49DD}" destId="{E395D4A2-F999-4F80-AA87-3DCA7564A2FE}" srcOrd="3" destOrd="0" presId="urn:microsoft.com/office/officeart/2024/layout/BulletTimeline"/>
    <dgm:cxn modelId="{F4F03F1D-74AC-431A-BAEE-4B4B9DF38ECC}" type="presParOf" srcId="{A58C7919-66C2-4C09-8F7F-2182350B49DD}" destId="{E82E5AD9-3147-43E5-AC04-E263BB61213C}" srcOrd="4" destOrd="0" presId="urn:microsoft.com/office/officeart/2024/layout/BulletTimeline"/>
    <dgm:cxn modelId="{CF0ABCCA-3AAD-4D5A-84AB-FF8BF7C38082}" type="presParOf" srcId="{E82E5AD9-3147-43E5-AC04-E263BB61213C}" destId="{412D9789-B8D3-4FF5-843F-31D7015D0ADA}" srcOrd="0" destOrd="0" presId="urn:microsoft.com/office/officeart/2024/layout/BulletTimeline"/>
    <dgm:cxn modelId="{F427EF15-D170-4401-BF13-766F01D34D48}" type="presParOf" srcId="{A58C7919-66C2-4C09-8F7F-2182350B49DD}" destId="{32631038-0EA4-43C8-9E70-743AC126F2C7}" srcOrd="5" destOrd="0" presId="urn:microsoft.com/office/officeart/2024/layout/BulletTimeline"/>
    <dgm:cxn modelId="{A5173D0E-97B7-4F19-9E2E-986D8EC8538E}" type="presParOf" srcId="{312532EB-6170-4D48-8D66-142239756CD7}" destId="{DF7DC3E1-A703-49D8-A61E-6CD73C95B6A4}" srcOrd="5" destOrd="0" presId="urn:microsoft.com/office/officeart/2024/layout/BulletTimeline"/>
    <dgm:cxn modelId="{44151DFC-1F3E-4CA3-BEEA-2CE80FC1390B}" type="presParOf" srcId="{312532EB-6170-4D48-8D66-142239756CD7}" destId="{D3C8CA1E-55B3-4197-B08F-1F3B2284CFD0}" srcOrd="6" destOrd="0" presId="urn:microsoft.com/office/officeart/2024/layout/BulletTimeline"/>
    <dgm:cxn modelId="{BAC144FC-B9FF-46FD-B1D4-A7CCDE06D923}" type="presParOf" srcId="{D3C8CA1E-55B3-4197-B08F-1F3B2284CFD0}" destId="{7355AA93-D90E-4504-AAA0-8DB69A6DC46D}" srcOrd="0" destOrd="0" presId="urn:microsoft.com/office/officeart/2024/layout/BulletTimeline"/>
    <dgm:cxn modelId="{68AF7EEA-8098-4263-AC1F-D2A27C8ED89C}" type="presParOf" srcId="{7355AA93-D90E-4504-AAA0-8DB69A6DC46D}" destId="{8A7AB0A3-E71D-4114-82EA-C9577F40FAC9}" srcOrd="0" destOrd="0" presId="urn:microsoft.com/office/officeart/2024/layout/BulletTimeline"/>
    <dgm:cxn modelId="{A183E685-FA84-44CF-827B-77AD6E11DDD5}" type="presParOf" srcId="{7355AA93-D90E-4504-AAA0-8DB69A6DC46D}" destId="{B14F13A0-F92D-4EE6-8C39-FE1FD7B7718F}" srcOrd="1" destOrd="0" presId="urn:microsoft.com/office/officeart/2024/layout/BulletTimeline"/>
    <dgm:cxn modelId="{7F69FD48-1206-43DE-851C-BC0217D89188}" type="presParOf" srcId="{D3C8CA1E-55B3-4197-B08F-1F3B2284CFD0}" destId="{DA64F601-1F16-4C7C-9F31-CB876BC92953}" srcOrd="1" destOrd="0" presId="urn:microsoft.com/office/officeart/2024/layout/BulletTimeline"/>
    <dgm:cxn modelId="{8DDB4C88-F3E9-42F6-A04F-1A09D4FC839A}" type="presParOf" srcId="{D3C8CA1E-55B3-4197-B08F-1F3B2284CFD0}" destId="{A6B0C6B8-8925-4596-A1EB-A2D952B8BC06}" srcOrd="2" destOrd="0" presId="urn:microsoft.com/office/officeart/2024/layout/BulletTimeline"/>
    <dgm:cxn modelId="{D18E2394-E565-4340-8756-BB0F907FCBC3}" type="presParOf" srcId="{D3C8CA1E-55B3-4197-B08F-1F3B2284CFD0}" destId="{018827DB-04B3-4E65-8506-972228AD442D}" srcOrd="3" destOrd="0" presId="urn:microsoft.com/office/officeart/2024/layout/BulletTimeline"/>
    <dgm:cxn modelId="{DE3CA009-C4D8-48F6-9010-5BCDCD0A385D}" type="presParOf" srcId="{D3C8CA1E-55B3-4197-B08F-1F3B2284CFD0}" destId="{E831DC0D-6F66-4424-8AF3-49B7AA96D816}" srcOrd="4" destOrd="0" presId="urn:microsoft.com/office/officeart/2024/layout/BulletTimeline"/>
    <dgm:cxn modelId="{FFDFD798-B2C9-4BC1-9DE5-B6D241973CB7}" type="presParOf" srcId="{E831DC0D-6F66-4424-8AF3-49B7AA96D816}" destId="{0116099D-DF9A-4048-AA14-8F4C5A538241}" srcOrd="0" destOrd="0" presId="urn:microsoft.com/office/officeart/2024/layout/BulletTimeline"/>
    <dgm:cxn modelId="{6DDBFF57-6F09-4ACE-91CB-A79FF002AD2B}" type="presParOf" srcId="{D3C8CA1E-55B3-4197-B08F-1F3B2284CFD0}" destId="{5E0334CD-C9C8-462F-ADD9-FEFD38B9B544}" srcOrd="5" destOrd="0" presId="urn:microsoft.com/office/officeart/2024/layout/Bullet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D80273-07A8-4078-A847-D6BE136352CB}">
      <dsp:nvSpPr>
        <dsp:cNvPr id="0" name=""/>
        <dsp:cNvSpPr/>
      </dsp:nvSpPr>
      <dsp:spPr>
        <a:xfrm>
          <a:off x="0" y="0"/>
          <a:ext cx="2065570" cy="12393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Python </a:t>
          </a:r>
          <a:r>
            <a:rPr lang="en-US" sz="1800" kern="1200" dirty="0" err="1"/>
            <a:t>sinh</a:t>
          </a:r>
          <a:r>
            <a:rPr lang="en-US" sz="1800" kern="1200" dirty="0"/>
            <a:t> </a:t>
          </a:r>
          <a:r>
            <a:rPr lang="en-US" sz="1800" kern="1200" dirty="0" err="1"/>
            <a:t>dữ</a:t>
          </a:r>
          <a:r>
            <a:rPr lang="en-US" sz="1800" kern="1200" dirty="0"/>
            <a:t> </a:t>
          </a:r>
          <a:r>
            <a:rPr lang="en-US" sz="1800" kern="1200" dirty="0" err="1"/>
            <a:t>liệu</a:t>
          </a:r>
          <a:r>
            <a:rPr lang="en-US" sz="1800" kern="1200" dirty="0"/>
            <a:t> </a:t>
          </a:r>
          <a:r>
            <a:rPr lang="en-US" sz="1800" kern="1200" dirty="0" err="1"/>
            <a:t>mạng</a:t>
          </a:r>
          <a:r>
            <a:rPr lang="en-US" sz="1800" kern="1200" dirty="0"/>
            <a:t> </a:t>
          </a:r>
          <a:r>
            <a:rPr lang="en-US" sz="1800" kern="1200" dirty="0" err="1"/>
            <a:t>dạng</a:t>
          </a:r>
          <a:r>
            <a:rPr lang="en-US" sz="1800" kern="1200" dirty="0"/>
            <a:t> JSON</a:t>
          </a:r>
          <a:endParaRPr lang="en-ID" sz="1800" kern="1200" dirty="0"/>
        </a:p>
      </dsp:txBody>
      <dsp:txXfrm>
        <a:off x="36299" y="36299"/>
        <a:ext cx="1992972" cy="1166744"/>
      </dsp:txXfrm>
    </dsp:sp>
    <dsp:sp modelId="{0E2BEF0A-3E66-4DDE-94C8-02503B1427E7}">
      <dsp:nvSpPr>
        <dsp:cNvPr id="0" name=""/>
        <dsp:cNvSpPr/>
      </dsp:nvSpPr>
      <dsp:spPr>
        <a:xfrm>
          <a:off x="2253235" y="363540"/>
          <a:ext cx="397848" cy="5122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1400" kern="1200"/>
        </a:p>
      </dsp:txBody>
      <dsp:txXfrm>
        <a:off x="2253235" y="465992"/>
        <a:ext cx="278494" cy="307357"/>
      </dsp:txXfrm>
    </dsp:sp>
    <dsp:sp modelId="{9FD1239E-E50A-4B3E-9BAB-05A6FC2D6AA5}">
      <dsp:nvSpPr>
        <dsp:cNvPr id="0" name=""/>
        <dsp:cNvSpPr/>
      </dsp:nvSpPr>
      <dsp:spPr>
        <a:xfrm>
          <a:off x="2816228" y="0"/>
          <a:ext cx="2065570" cy="12393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Gửi</a:t>
          </a:r>
          <a:r>
            <a:rPr lang="en-US" sz="1800" kern="1200" dirty="0"/>
            <a:t> </a:t>
          </a:r>
          <a:r>
            <a:rPr lang="en-US" sz="1800" kern="1200" dirty="0" err="1"/>
            <a:t>dữ</a:t>
          </a:r>
          <a:r>
            <a:rPr lang="en-US" sz="1800" kern="1200" dirty="0"/>
            <a:t> </a:t>
          </a:r>
          <a:r>
            <a:rPr lang="en-US" sz="1800" kern="1200" dirty="0" err="1"/>
            <a:t>liệu</a:t>
          </a:r>
          <a:r>
            <a:rPr lang="en-US" sz="1800" kern="1200" dirty="0"/>
            <a:t> </a:t>
          </a:r>
          <a:r>
            <a:rPr lang="en-US" sz="1800" kern="1200" dirty="0" err="1"/>
            <a:t>tới</a:t>
          </a:r>
          <a:r>
            <a:rPr lang="en-US" sz="1800" kern="1200" dirty="0"/>
            <a:t> Apache Kafka</a:t>
          </a:r>
          <a:endParaRPr lang="en-ID" sz="1800" kern="1200" dirty="0"/>
        </a:p>
      </dsp:txBody>
      <dsp:txXfrm>
        <a:off x="2852527" y="36299"/>
        <a:ext cx="1992972" cy="1166744"/>
      </dsp:txXfrm>
    </dsp:sp>
    <dsp:sp modelId="{B704BF42-925C-47A4-9EA3-68EC646D925F}">
      <dsp:nvSpPr>
        <dsp:cNvPr id="0" name=""/>
        <dsp:cNvSpPr/>
      </dsp:nvSpPr>
      <dsp:spPr>
        <a:xfrm>
          <a:off x="5109156" y="363540"/>
          <a:ext cx="481997" cy="5122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1400" kern="1200"/>
        </a:p>
      </dsp:txBody>
      <dsp:txXfrm>
        <a:off x="5109156" y="465992"/>
        <a:ext cx="337398" cy="307357"/>
      </dsp:txXfrm>
    </dsp:sp>
    <dsp:sp modelId="{894C8B24-CA78-4BAC-BE22-B7929C8FEE88}">
      <dsp:nvSpPr>
        <dsp:cNvPr id="0" name=""/>
        <dsp:cNvSpPr/>
      </dsp:nvSpPr>
      <dsp:spPr>
        <a:xfrm>
          <a:off x="5791228" y="0"/>
          <a:ext cx="2065570" cy="12393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Spark SS </a:t>
          </a:r>
          <a:r>
            <a:rPr lang="en-US" sz="1800" kern="1200" dirty="0" err="1"/>
            <a:t>đọc</a:t>
          </a:r>
          <a:r>
            <a:rPr lang="en-US" sz="1800" kern="1200" dirty="0"/>
            <a:t> </a:t>
          </a:r>
          <a:r>
            <a:rPr lang="en-US" sz="1800" kern="1200" dirty="0" err="1"/>
            <a:t>dữ</a:t>
          </a:r>
          <a:r>
            <a:rPr lang="en-US" sz="1800" kern="1200" dirty="0"/>
            <a:t> </a:t>
          </a:r>
          <a:r>
            <a:rPr lang="en-US" sz="1800" kern="1200" dirty="0" err="1"/>
            <a:t>liệu</a:t>
          </a:r>
          <a:r>
            <a:rPr lang="en-US" sz="1800" kern="1200" dirty="0"/>
            <a:t> </a:t>
          </a:r>
          <a:r>
            <a:rPr lang="en-US" sz="1800" kern="1200" dirty="0" err="1"/>
            <a:t>theo</a:t>
          </a:r>
          <a:r>
            <a:rPr lang="en-US" sz="1800" kern="1200" dirty="0"/>
            <a:t> micro-batch</a:t>
          </a:r>
          <a:endParaRPr lang="en-ID" sz="1800" kern="1200" dirty="0"/>
        </a:p>
      </dsp:txBody>
      <dsp:txXfrm>
        <a:off x="5827527" y="36299"/>
        <a:ext cx="1992972" cy="1166744"/>
      </dsp:txXfrm>
    </dsp:sp>
    <dsp:sp modelId="{0D70B400-4C31-470A-8DFD-7EC80FCE24BE}">
      <dsp:nvSpPr>
        <dsp:cNvPr id="0" name=""/>
        <dsp:cNvSpPr/>
      </dsp:nvSpPr>
      <dsp:spPr>
        <a:xfrm>
          <a:off x="8063504" y="363540"/>
          <a:ext cx="438216" cy="5122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1400" kern="1200"/>
        </a:p>
      </dsp:txBody>
      <dsp:txXfrm>
        <a:off x="8063504" y="465992"/>
        <a:ext cx="306751" cy="307357"/>
      </dsp:txXfrm>
    </dsp:sp>
    <dsp:sp modelId="{62EBA400-A658-4A47-AC56-9B773202CD4A}">
      <dsp:nvSpPr>
        <dsp:cNvPr id="0" name=""/>
        <dsp:cNvSpPr/>
      </dsp:nvSpPr>
      <dsp:spPr>
        <a:xfrm>
          <a:off x="8683622" y="0"/>
          <a:ext cx="2065570" cy="12393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Tiền</a:t>
          </a:r>
          <a:r>
            <a:rPr lang="en-US" sz="1800" kern="1200" dirty="0"/>
            <a:t> </a:t>
          </a:r>
          <a:r>
            <a:rPr lang="en-US" sz="1800" kern="1200" dirty="0" err="1"/>
            <a:t>xử</a:t>
          </a:r>
          <a:r>
            <a:rPr lang="en-US" sz="1800" kern="1200" dirty="0"/>
            <a:t> </a:t>
          </a:r>
          <a:r>
            <a:rPr lang="en-US" sz="1800" kern="1200" dirty="0" err="1"/>
            <a:t>lý</a:t>
          </a:r>
          <a:r>
            <a:rPr lang="en-US" sz="1800" kern="1200" dirty="0"/>
            <a:t> </a:t>
          </a:r>
          <a:r>
            <a:rPr lang="en-US" sz="1800" kern="1200" dirty="0" err="1"/>
            <a:t>và</a:t>
          </a:r>
          <a:r>
            <a:rPr lang="en-US" sz="1800" kern="1200" dirty="0"/>
            <a:t> </a:t>
          </a:r>
          <a:r>
            <a:rPr lang="en-US" sz="1800" kern="1200" dirty="0" err="1"/>
            <a:t>chuyển</a:t>
          </a:r>
          <a:r>
            <a:rPr lang="en-US" sz="1800" kern="1200" dirty="0"/>
            <a:t> </a:t>
          </a:r>
          <a:r>
            <a:rPr lang="en-US" sz="1800" kern="1200" dirty="0" err="1"/>
            <a:t>thành</a:t>
          </a:r>
          <a:r>
            <a:rPr lang="en-US" sz="1800" kern="1200" dirty="0"/>
            <a:t> </a:t>
          </a:r>
          <a:r>
            <a:rPr lang="en-US" sz="1800" kern="1200" dirty="0" err="1"/>
            <a:t>DataFrame</a:t>
          </a:r>
          <a:endParaRPr lang="en-ID" sz="1800" kern="1200" dirty="0"/>
        </a:p>
      </dsp:txBody>
      <dsp:txXfrm>
        <a:off x="8719921" y="36299"/>
        <a:ext cx="1992972" cy="1166744"/>
      </dsp:txXfrm>
    </dsp:sp>
    <dsp:sp modelId="{F0FE1CD7-56C8-489D-92BB-9ADCA32A0FF8}">
      <dsp:nvSpPr>
        <dsp:cNvPr id="0" name=""/>
        <dsp:cNvSpPr/>
      </dsp:nvSpPr>
      <dsp:spPr>
        <a:xfrm rot="5399994">
          <a:off x="9459237" y="1482999"/>
          <a:ext cx="514344" cy="5122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1400" kern="1200"/>
        </a:p>
      </dsp:txBody>
      <dsp:txXfrm>
        <a:off x="9536076" y="1508612"/>
        <a:ext cx="360666" cy="307357"/>
      </dsp:txXfrm>
    </dsp:sp>
    <dsp:sp modelId="{B62F8F94-7B50-4ED6-B7B3-762B3EA6F7C9}">
      <dsp:nvSpPr>
        <dsp:cNvPr id="0" name=""/>
        <dsp:cNvSpPr/>
      </dsp:nvSpPr>
      <dsp:spPr>
        <a:xfrm>
          <a:off x="8683626" y="2209804"/>
          <a:ext cx="2065570" cy="12393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Đọc</a:t>
          </a:r>
          <a:r>
            <a:rPr lang="en-US" sz="1800" kern="1200" dirty="0"/>
            <a:t> </a:t>
          </a:r>
          <a:r>
            <a:rPr lang="en-US" sz="1800" kern="1200" dirty="0" err="1"/>
            <a:t>tập</a:t>
          </a:r>
          <a:r>
            <a:rPr lang="en-US" sz="1800" kern="1200" dirty="0"/>
            <a:t> </a:t>
          </a:r>
          <a:r>
            <a:rPr lang="en-US" sz="1800" kern="1200" dirty="0" err="1"/>
            <a:t>luật</a:t>
          </a:r>
          <a:r>
            <a:rPr lang="en-US" sz="1800" kern="1200" dirty="0"/>
            <a:t> JSON </a:t>
          </a:r>
          <a:r>
            <a:rPr lang="en-US" sz="1800" kern="1200" dirty="0" err="1"/>
            <a:t>và</a:t>
          </a:r>
          <a:r>
            <a:rPr lang="en-US" sz="1800" kern="1200" dirty="0"/>
            <a:t> </a:t>
          </a:r>
          <a:r>
            <a:rPr lang="en-US" sz="1800" kern="1200" dirty="0" err="1"/>
            <a:t>phát</a:t>
          </a:r>
          <a:r>
            <a:rPr lang="en-US" sz="1800" kern="1200" dirty="0"/>
            <a:t> </a:t>
          </a:r>
          <a:r>
            <a:rPr lang="en-US" sz="1800" kern="1200" dirty="0" err="1"/>
            <a:t>hiện</a:t>
          </a:r>
          <a:r>
            <a:rPr lang="en-US" sz="1800" kern="1200" dirty="0"/>
            <a:t> </a:t>
          </a:r>
          <a:r>
            <a:rPr lang="en-US" sz="1800" kern="1200" dirty="0" err="1"/>
            <a:t>tấn</a:t>
          </a:r>
          <a:r>
            <a:rPr lang="en-US" sz="1800" kern="1200" dirty="0"/>
            <a:t> </a:t>
          </a:r>
          <a:r>
            <a:rPr lang="en-US" sz="1800" kern="1200" dirty="0" err="1"/>
            <a:t>công</a:t>
          </a:r>
          <a:endParaRPr lang="en-ID" sz="1800" kern="1200" dirty="0"/>
        </a:p>
      </dsp:txBody>
      <dsp:txXfrm>
        <a:off x="8719925" y="2246103"/>
        <a:ext cx="1992972" cy="1166744"/>
      </dsp:txXfrm>
    </dsp:sp>
    <dsp:sp modelId="{F4D03C76-0774-49D2-9126-9C3A5AF24995}">
      <dsp:nvSpPr>
        <dsp:cNvPr id="0" name=""/>
        <dsp:cNvSpPr/>
      </dsp:nvSpPr>
      <dsp:spPr>
        <a:xfrm rot="10800000">
          <a:off x="8095639" y="2573345"/>
          <a:ext cx="399529" cy="5122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1400" kern="1200"/>
        </a:p>
      </dsp:txBody>
      <dsp:txXfrm rot="10800000">
        <a:off x="8215498" y="2675797"/>
        <a:ext cx="279670" cy="307357"/>
      </dsp:txXfrm>
    </dsp:sp>
    <dsp:sp modelId="{C2496D04-1C8C-4A30-B31D-6101D87AF998}">
      <dsp:nvSpPr>
        <dsp:cNvPr id="0" name=""/>
        <dsp:cNvSpPr/>
      </dsp:nvSpPr>
      <dsp:spPr>
        <a:xfrm>
          <a:off x="5864225" y="2209804"/>
          <a:ext cx="2065570" cy="12393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Sinh </a:t>
          </a:r>
          <a:r>
            <a:rPr lang="en-US" sz="1800" kern="1200" dirty="0" err="1"/>
            <a:t>cảnh</a:t>
          </a:r>
          <a:r>
            <a:rPr lang="en-US" sz="1800" kern="1200" dirty="0"/>
            <a:t> </a:t>
          </a:r>
          <a:r>
            <a:rPr lang="en-US" sz="1800" kern="1200" dirty="0" err="1"/>
            <a:t>báo</a:t>
          </a:r>
          <a:r>
            <a:rPr lang="en-US" sz="1800" kern="1200" dirty="0"/>
            <a:t> </a:t>
          </a:r>
          <a:r>
            <a:rPr lang="en-US" sz="1800" kern="1200" dirty="0" err="1"/>
            <a:t>nếu</a:t>
          </a:r>
          <a:r>
            <a:rPr lang="en-US" sz="1800" kern="1200" dirty="0"/>
            <a:t> </a:t>
          </a:r>
          <a:r>
            <a:rPr lang="en-US" sz="1800" kern="1200" dirty="0" err="1"/>
            <a:t>phát</a:t>
          </a:r>
          <a:r>
            <a:rPr lang="en-US" sz="1800" kern="1200" dirty="0"/>
            <a:t> </a:t>
          </a:r>
          <a:r>
            <a:rPr lang="en-US" sz="1800" kern="1200" dirty="0" err="1"/>
            <a:t>hiện</a:t>
          </a:r>
          <a:r>
            <a:rPr lang="en-US" sz="1800" kern="1200" dirty="0"/>
            <a:t> </a:t>
          </a:r>
          <a:r>
            <a:rPr lang="en-US" sz="1800" kern="1200" dirty="0" err="1"/>
            <a:t>bất</a:t>
          </a:r>
          <a:r>
            <a:rPr lang="en-US" sz="1800" kern="1200" dirty="0"/>
            <a:t> </a:t>
          </a:r>
          <a:r>
            <a:rPr lang="en-US" sz="1800" kern="1200" dirty="0" err="1"/>
            <a:t>thường</a:t>
          </a:r>
          <a:endParaRPr lang="en-ID" sz="1800" kern="1200" dirty="0"/>
        </a:p>
      </dsp:txBody>
      <dsp:txXfrm>
        <a:off x="5900524" y="2246103"/>
        <a:ext cx="1992972" cy="1166744"/>
      </dsp:txXfrm>
    </dsp:sp>
    <dsp:sp modelId="{78DAAFF8-04AF-4279-9F6F-FB8777887C44}">
      <dsp:nvSpPr>
        <dsp:cNvPr id="0" name=""/>
        <dsp:cNvSpPr/>
      </dsp:nvSpPr>
      <dsp:spPr>
        <a:xfrm rot="10800000">
          <a:off x="5097932" y="2573345"/>
          <a:ext cx="520686" cy="5122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1400" kern="1200"/>
        </a:p>
      </dsp:txBody>
      <dsp:txXfrm rot="10800000">
        <a:off x="5251610" y="2675797"/>
        <a:ext cx="367008" cy="307357"/>
      </dsp:txXfrm>
    </dsp:sp>
    <dsp:sp modelId="{A48B7E8A-4E1E-4231-A785-40B48B7B80AE}">
      <dsp:nvSpPr>
        <dsp:cNvPr id="0" name=""/>
        <dsp:cNvSpPr/>
      </dsp:nvSpPr>
      <dsp:spPr>
        <a:xfrm>
          <a:off x="2816228" y="2209804"/>
          <a:ext cx="2065570" cy="12393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Lưu </a:t>
          </a:r>
          <a:r>
            <a:rPr lang="en-US" sz="1800" kern="1200" dirty="0" err="1"/>
            <a:t>cảnh</a:t>
          </a:r>
          <a:r>
            <a:rPr lang="en-US" sz="1800" kern="1200" dirty="0"/>
            <a:t> </a:t>
          </a:r>
          <a:r>
            <a:rPr lang="en-US" sz="1800" kern="1200" dirty="0" err="1"/>
            <a:t>báo</a:t>
          </a:r>
          <a:r>
            <a:rPr lang="en-US" sz="1800" kern="1200" dirty="0"/>
            <a:t> </a:t>
          </a:r>
          <a:r>
            <a:rPr lang="en-US" sz="1800" kern="1200" dirty="0" err="1"/>
            <a:t>vào</a:t>
          </a:r>
          <a:r>
            <a:rPr lang="en-US" sz="1800" kern="1200" dirty="0"/>
            <a:t> PostgreSQL</a:t>
          </a:r>
          <a:endParaRPr lang="en-ID" sz="1800" kern="1200" dirty="0"/>
        </a:p>
      </dsp:txBody>
      <dsp:txXfrm>
        <a:off x="2852527" y="2246103"/>
        <a:ext cx="1992972" cy="1166744"/>
      </dsp:txXfrm>
    </dsp:sp>
    <dsp:sp modelId="{01E00753-8108-48A2-9FA9-3AB5F2A288D5}">
      <dsp:nvSpPr>
        <dsp:cNvPr id="0" name=""/>
        <dsp:cNvSpPr/>
      </dsp:nvSpPr>
      <dsp:spPr>
        <a:xfrm rot="10800000">
          <a:off x="2230715" y="2573345"/>
          <a:ext cx="397848" cy="5122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1400" kern="1200"/>
        </a:p>
      </dsp:txBody>
      <dsp:txXfrm rot="10800000">
        <a:off x="2350069" y="2675797"/>
        <a:ext cx="278494" cy="307357"/>
      </dsp:txXfrm>
    </dsp:sp>
    <dsp:sp modelId="{71880404-A564-4471-8B00-A26F08D43519}">
      <dsp:nvSpPr>
        <dsp:cNvPr id="0" name=""/>
        <dsp:cNvSpPr/>
      </dsp:nvSpPr>
      <dsp:spPr>
        <a:xfrm>
          <a:off x="0" y="2209804"/>
          <a:ext cx="2065570" cy="12393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Streamlit</a:t>
          </a:r>
          <a:r>
            <a:rPr lang="en-US" sz="1800" kern="1200" dirty="0"/>
            <a:t> </a:t>
          </a:r>
          <a:r>
            <a:rPr lang="en-US" sz="1800" kern="1200" dirty="0" err="1"/>
            <a:t>hiển</a:t>
          </a:r>
          <a:r>
            <a:rPr lang="en-US" sz="1800" kern="1200" dirty="0"/>
            <a:t> </a:t>
          </a:r>
          <a:r>
            <a:rPr lang="en-US" sz="1800" kern="1200" dirty="0" err="1"/>
            <a:t>thị</a:t>
          </a:r>
          <a:r>
            <a:rPr lang="en-US" sz="1800" kern="1200" dirty="0"/>
            <a:t> </a:t>
          </a:r>
          <a:r>
            <a:rPr lang="en-US" sz="1800" kern="1200" dirty="0" err="1"/>
            <a:t>cảnh</a:t>
          </a:r>
          <a:r>
            <a:rPr lang="en-US" sz="1800" kern="1200" dirty="0"/>
            <a:t> </a:t>
          </a:r>
          <a:r>
            <a:rPr lang="en-US" sz="1800" kern="1200" dirty="0" err="1"/>
            <a:t>báo</a:t>
          </a:r>
          <a:r>
            <a:rPr lang="en-US" sz="1800" kern="1200" dirty="0"/>
            <a:t> </a:t>
          </a:r>
          <a:r>
            <a:rPr lang="en-US" sz="1800" kern="1200" dirty="0" err="1"/>
            <a:t>theo</a:t>
          </a:r>
          <a:r>
            <a:rPr lang="en-US" sz="1800" kern="1200" dirty="0"/>
            <a:t> </a:t>
          </a:r>
          <a:r>
            <a:rPr lang="en-US" sz="1800" kern="1200" dirty="0" err="1"/>
            <a:t>thời</a:t>
          </a:r>
          <a:r>
            <a:rPr lang="en-US" sz="1800" kern="1200" dirty="0"/>
            <a:t> </a:t>
          </a:r>
          <a:r>
            <a:rPr lang="en-US" sz="1800" kern="1200" dirty="0" err="1"/>
            <a:t>gian</a:t>
          </a:r>
          <a:r>
            <a:rPr lang="en-US" sz="1800" kern="1200" dirty="0"/>
            <a:t> </a:t>
          </a:r>
          <a:r>
            <a:rPr lang="en-US" sz="1800" kern="1200" dirty="0" err="1"/>
            <a:t>thực</a:t>
          </a:r>
          <a:endParaRPr lang="en-ID" sz="1800" kern="1200" dirty="0"/>
        </a:p>
      </dsp:txBody>
      <dsp:txXfrm>
        <a:off x="36299" y="2246103"/>
        <a:ext cx="1992972" cy="11667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BEF459-E602-45DE-896F-B17FABD0FD45}">
      <dsp:nvSpPr>
        <dsp:cNvPr id="0" name=""/>
        <dsp:cNvSpPr/>
      </dsp:nvSpPr>
      <dsp:spPr>
        <a:xfrm>
          <a:off x="0" y="2149983"/>
          <a:ext cx="10919421" cy="43434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ED102C-21A3-4427-A638-64391EEEEC7D}">
      <dsp:nvSpPr>
        <dsp:cNvPr id="0" name=""/>
        <dsp:cNvSpPr/>
      </dsp:nvSpPr>
      <dsp:spPr>
        <a:xfrm>
          <a:off x="10702671" y="1997964"/>
          <a:ext cx="260604" cy="347472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FA2F8D-7DBC-4A57-A1BD-97AF80F1C9C5}">
      <dsp:nvSpPr>
        <dsp:cNvPr id="0" name=""/>
        <dsp:cNvSpPr/>
      </dsp:nvSpPr>
      <dsp:spPr>
        <a:xfrm>
          <a:off x="557293" y="990295"/>
          <a:ext cx="3638918" cy="1007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2 </a:t>
          </a:r>
          <a:r>
            <a:rPr lang="en-US" sz="1400" kern="1200" dirty="0" err="1"/>
            <a:t>tuần</a:t>
          </a:r>
          <a:endParaRPr lang="en-ID" sz="1400" kern="1200" dirty="0"/>
        </a:p>
      </dsp:txBody>
      <dsp:txXfrm>
        <a:off x="557293" y="990295"/>
        <a:ext cx="3638918" cy="1007668"/>
      </dsp:txXfrm>
    </dsp:sp>
    <dsp:sp modelId="{E716F26F-2E9F-4ED7-A0C8-81D0B9BF0467}">
      <dsp:nvSpPr>
        <dsp:cNvPr id="0" name=""/>
        <dsp:cNvSpPr/>
      </dsp:nvSpPr>
      <dsp:spPr>
        <a:xfrm>
          <a:off x="557293" y="469087"/>
          <a:ext cx="3638918" cy="5212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 err="1"/>
            <a:t>Xây</a:t>
          </a:r>
          <a:r>
            <a:rPr lang="en-US" sz="1800" kern="1200" dirty="0"/>
            <a:t> </a:t>
          </a:r>
          <a:r>
            <a:rPr lang="en-US" sz="1800" kern="1200" dirty="0" err="1"/>
            <a:t>dựng</a:t>
          </a:r>
          <a:r>
            <a:rPr lang="en-US" sz="1800" kern="1200" dirty="0"/>
            <a:t> </a:t>
          </a:r>
          <a:r>
            <a:rPr lang="en-US" sz="1800" kern="1200" dirty="0" err="1"/>
            <a:t>chương</a:t>
          </a:r>
          <a:r>
            <a:rPr lang="en-US" sz="1800" kern="1200" dirty="0"/>
            <a:t> </a:t>
          </a:r>
          <a:r>
            <a:rPr lang="en-US" sz="1800" kern="1200" dirty="0" err="1"/>
            <a:t>trình</a:t>
          </a:r>
          <a:r>
            <a:rPr lang="en-US" sz="1800" kern="1200" dirty="0"/>
            <a:t> </a:t>
          </a:r>
          <a:r>
            <a:rPr lang="en-US" sz="1800" kern="1200" dirty="0" err="1"/>
            <a:t>mô</a:t>
          </a:r>
          <a:r>
            <a:rPr lang="en-US" sz="1800" kern="1200" dirty="0"/>
            <a:t> </a:t>
          </a:r>
          <a:r>
            <a:rPr lang="en-US" sz="1800" kern="1200" dirty="0" err="1"/>
            <a:t>phỏng</a:t>
          </a:r>
          <a:r>
            <a:rPr lang="en-US" sz="1800" kern="1200" dirty="0"/>
            <a:t> </a:t>
          </a:r>
          <a:r>
            <a:rPr lang="en-US" sz="1800" kern="1200" dirty="0" err="1"/>
            <a:t>dữ</a:t>
          </a:r>
          <a:r>
            <a:rPr lang="en-US" sz="1800" kern="1200" dirty="0"/>
            <a:t> </a:t>
          </a:r>
          <a:r>
            <a:rPr lang="en-US" sz="1800" kern="1200" dirty="0" err="1"/>
            <a:t>liệu</a:t>
          </a:r>
          <a:endParaRPr lang="en-ID" sz="1800" kern="1200" dirty="0"/>
        </a:p>
      </dsp:txBody>
      <dsp:txXfrm>
        <a:off x="557293" y="469087"/>
        <a:ext cx="3638918" cy="521208"/>
      </dsp:txXfrm>
    </dsp:sp>
    <dsp:sp modelId="{883E2714-F046-402A-A7F4-23B98F476E28}">
      <dsp:nvSpPr>
        <dsp:cNvPr id="0" name=""/>
        <dsp:cNvSpPr/>
      </dsp:nvSpPr>
      <dsp:spPr>
        <a:xfrm>
          <a:off x="261942" y="434339"/>
          <a:ext cx="34747" cy="173736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034A2E-B819-45CF-A069-D50A2E6BE58F}">
      <dsp:nvSpPr>
        <dsp:cNvPr id="0" name=""/>
        <dsp:cNvSpPr/>
      </dsp:nvSpPr>
      <dsp:spPr>
        <a:xfrm>
          <a:off x="2749413" y="3057753"/>
          <a:ext cx="3638918" cy="8165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2 </a:t>
          </a:r>
          <a:r>
            <a:rPr lang="en-US" sz="1400" kern="1200" dirty="0" err="1"/>
            <a:t>tuần</a:t>
          </a:r>
          <a:endParaRPr lang="en-ID" sz="1400" kern="1200" dirty="0"/>
        </a:p>
      </dsp:txBody>
      <dsp:txXfrm>
        <a:off x="2749413" y="3057753"/>
        <a:ext cx="3638918" cy="816559"/>
      </dsp:txXfrm>
    </dsp:sp>
    <dsp:sp modelId="{74D5F595-F8DB-48A0-A679-9C7165E81A58}">
      <dsp:nvSpPr>
        <dsp:cNvPr id="0" name=""/>
        <dsp:cNvSpPr/>
      </dsp:nvSpPr>
      <dsp:spPr>
        <a:xfrm>
          <a:off x="2749413" y="2519172"/>
          <a:ext cx="3638918" cy="538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 err="1"/>
            <a:t>Xây</a:t>
          </a:r>
          <a:r>
            <a:rPr lang="en-US" sz="1800" kern="1200" dirty="0"/>
            <a:t> </a:t>
          </a:r>
          <a:r>
            <a:rPr lang="en-US" sz="1800" kern="1200" dirty="0" err="1"/>
            <a:t>dựng</a:t>
          </a:r>
          <a:r>
            <a:rPr lang="en-US" sz="1800" kern="1200" dirty="0"/>
            <a:t> Streaming IDS</a:t>
          </a:r>
          <a:endParaRPr lang="en-ID" sz="1800" kern="1200" dirty="0"/>
        </a:p>
      </dsp:txBody>
      <dsp:txXfrm>
        <a:off x="2749413" y="2519172"/>
        <a:ext cx="3638918" cy="538581"/>
      </dsp:txXfrm>
    </dsp:sp>
    <dsp:sp modelId="{1FE14E50-E9D2-4903-9ED4-EFFB756F3855}">
      <dsp:nvSpPr>
        <dsp:cNvPr id="0" name=""/>
        <dsp:cNvSpPr/>
      </dsp:nvSpPr>
      <dsp:spPr>
        <a:xfrm>
          <a:off x="2454061" y="2171700"/>
          <a:ext cx="34747" cy="173736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F2F91B-C4C0-4619-871E-9F7995AC85B5}">
      <dsp:nvSpPr>
        <dsp:cNvPr id="0" name=""/>
        <dsp:cNvSpPr/>
      </dsp:nvSpPr>
      <dsp:spPr>
        <a:xfrm>
          <a:off x="188973" y="2081357"/>
          <a:ext cx="180685" cy="18068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88B8CA-F555-4CF2-B510-7C40CF9C5A3C}">
      <dsp:nvSpPr>
        <dsp:cNvPr id="0" name=""/>
        <dsp:cNvSpPr/>
      </dsp:nvSpPr>
      <dsp:spPr>
        <a:xfrm>
          <a:off x="2381092" y="2081357"/>
          <a:ext cx="180685" cy="18068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1DC0F0-AEF0-486F-A46F-5D3A3C2E681A}">
      <dsp:nvSpPr>
        <dsp:cNvPr id="0" name=""/>
        <dsp:cNvSpPr/>
      </dsp:nvSpPr>
      <dsp:spPr>
        <a:xfrm>
          <a:off x="4941532" y="990295"/>
          <a:ext cx="3638918" cy="1007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1 </a:t>
          </a:r>
          <a:r>
            <a:rPr lang="en-US" sz="1400" kern="1200" dirty="0" err="1"/>
            <a:t>tuần</a:t>
          </a:r>
          <a:endParaRPr lang="en-ID" sz="1400" kern="1200" dirty="0"/>
        </a:p>
      </dsp:txBody>
      <dsp:txXfrm>
        <a:off x="4941532" y="990295"/>
        <a:ext cx="3638918" cy="1007668"/>
      </dsp:txXfrm>
    </dsp:sp>
    <dsp:sp modelId="{C483E56E-E012-43BB-8FCD-5B483A9543C2}">
      <dsp:nvSpPr>
        <dsp:cNvPr id="0" name=""/>
        <dsp:cNvSpPr/>
      </dsp:nvSpPr>
      <dsp:spPr>
        <a:xfrm>
          <a:off x="4941532" y="469087"/>
          <a:ext cx="3638918" cy="5212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 err="1"/>
            <a:t>Xây</a:t>
          </a:r>
          <a:r>
            <a:rPr lang="en-US" sz="1800" kern="1200" dirty="0"/>
            <a:t> </a:t>
          </a:r>
          <a:r>
            <a:rPr lang="en-US" sz="1800" kern="1200" dirty="0" err="1"/>
            <a:t>dựng</a:t>
          </a:r>
          <a:r>
            <a:rPr lang="en-US" sz="1800" kern="1200" dirty="0"/>
            <a:t> Dashboard</a:t>
          </a:r>
          <a:endParaRPr lang="en-ID" sz="1800" kern="1200" dirty="0"/>
        </a:p>
      </dsp:txBody>
      <dsp:txXfrm>
        <a:off x="4941532" y="469087"/>
        <a:ext cx="3638918" cy="521208"/>
      </dsp:txXfrm>
    </dsp:sp>
    <dsp:sp modelId="{E395D4A2-F999-4F80-AA87-3DCA7564A2FE}">
      <dsp:nvSpPr>
        <dsp:cNvPr id="0" name=""/>
        <dsp:cNvSpPr/>
      </dsp:nvSpPr>
      <dsp:spPr>
        <a:xfrm>
          <a:off x="4646181" y="434339"/>
          <a:ext cx="34747" cy="173736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64F601-1F16-4C7C-9F31-CB876BC92953}">
      <dsp:nvSpPr>
        <dsp:cNvPr id="0" name=""/>
        <dsp:cNvSpPr/>
      </dsp:nvSpPr>
      <dsp:spPr>
        <a:xfrm>
          <a:off x="7133652" y="3057753"/>
          <a:ext cx="3638918" cy="8165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1 </a:t>
          </a:r>
          <a:r>
            <a:rPr lang="en-US" sz="1400" kern="1200" dirty="0" err="1"/>
            <a:t>tuần</a:t>
          </a:r>
          <a:endParaRPr lang="en-ID" sz="1400" kern="1200" dirty="0"/>
        </a:p>
      </dsp:txBody>
      <dsp:txXfrm>
        <a:off x="7133652" y="3057753"/>
        <a:ext cx="3638918" cy="816559"/>
      </dsp:txXfrm>
    </dsp:sp>
    <dsp:sp modelId="{A6B0C6B8-8925-4596-A1EB-A2D952B8BC06}">
      <dsp:nvSpPr>
        <dsp:cNvPr id="0" name=""/>
        <dsp:cNvSpPr/>
      </dsp:nvSpPr>
      <dsp:spPr>
        <a:xfrm>
          <a:off x="7133652" y="2519172"/>
          <a:ext cx="3638918" cy="538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Báo </a:t>
          </a:r>
          <a:r>
            <a:rPr lang="en-US" sz="1800" kern="1200" dirty="0" err="1"/>
            <a:t>cáo</a:t>
          </a:r>
          <a:r>
            <a:rPr lang="en-US" sz="1800" kern="1200" dirty="0"/>
            <a:t> </a:t>
          </a:r>
          <a:r>
            <a:rPr lang="en-US" sz="1800" kern="1200" dirty="0" err="1"/>
            <a:t>và</a:t>
          </a:r>
          <a:r>
            <a:rPr lang="en-US" sz="1800" kern="1200" dirty="0"/>
            <a:t> </a:t>
          </a:r>
          <a:r>
            <a:rPr lang="en-US" sz="1800" kern="1200" dirty="0" err="1"/>
            <a:t>kiểm</a:t>
          </a:r>
          <a:r>
            <a:rPr lang="en-US" sz="1800" kern="1200" dirty="0"/>
            <a:t> </a:t>
          </a:r>
          <a:r>
            <a:rPr lang="en-US" sz="1800" kern="1200" dirty="0" err="1"/>
            <a:t>thử</a:t>
          </a:r>
          <a:endParaRPr lang="en-ID" sz="1800" kern="1200" dirty="0"/>
        </a:p>
      </dsp:txBody>
      <dsp:txXfrm>
        <a:off x="7133652" y="2519172"/>
        <a:ext cx="3638918" cy="538581"/>
      </dsp:txXfrm>
    </dsp:sp>
    <dsp:sp modelId="{018827DB-04B3-4E65-8506-972228AD442D}">
      <dsp:nvSpPr>
        <dsp:cNvPr id="0" name=""/>
        <dsp:cNvSpPr/>
      </dsp:nvSpPr>
      <dsp:spPr>
        <a:xfrm>
          <a:off x="6838301" y="2171700"/>
          <a:ext cx="34747" cy="173736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2D9789-B8D3-4FF5-843F-31D7015D0ADA}">
      <dsp:nvSpPr>
        <dsp:cNvPr id="0" name=""/>
        <dsp:cNvSpPr/>
      </dsp:nvSpPr>
      <dsp:spPr>
        <a:xfrm>
          <a:off x="4573212" y="2081357"/>
          <a:ext cx="180685" cy="18068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16099D-DF9A-4048-AA14-8F4C5A538241}">
      <dsp:nvSpPr>
        <dsp:cNvPr id="0" name=""/>
        <dsp:cNvSpPr/>
      </dsp:nvSpPr>
      <dsp:spPr>
        <a:xfrm>
          <a:off x="6765332" y="2081357"/>
          <a:ext cx="180685" cy="18068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layout/BulletTimeline">
  <dgm:title val=""/>
  <dgm:desc val=""/>
  <dgm:catLst>
    <dgm:cat type="process" pri="7450"/>
    <dgm:cat type="timeline" pri="100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AC2C24E-B95E-481D-968E-0BDCFC72F656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1415DC98-F527-4737-A5B9-3597210FA2F7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188889-44B4-42BD-84DC-2D1A93FD44C7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EB29E-E91D-4BC9-BE3F-394F6FDC9AC7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AD7DA-2107-4637-8C8D-3B775970879B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597AFA7-1C4B-4AAF-9FD8-61D1DA4C999A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5F7DF4-8BE0-4832-9230-78DDDEC4B6DD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C1166B1E-1AFA-4A7F-9646-409FBAA0A887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7/24/2026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7/24/2026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AA28231D-ABE1-4859-B037-5D42FA8F4858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7/24/2026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7/24/2026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7/24/2026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7/24/2026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7/24/2026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B608D6C-D0F1-479F-911E-8569D2F1ED15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BCFCC67-CBC1-48BE-A467-33E284003C9C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8CAF44C-1683-44E3-97C5-DF51C69BF7AA}" type="datetime1">
              <a:rPr lang="en-US" smtClean="0"/>
              <a:t>7/24/2026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7/24/2026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0C8FE45-F91B-4375-B362-4DC6F9A2A304}" type="datetime1">
              <a:rPr lang="en-US" smtClean="0"/>
              <a:t>7/24/2026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7/24/2026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7/24/2026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95FFA61-E651-4E50-A159-710A5ED7E6FE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E9E0D87-B7D0-4C2E-BAD1-97A555313A20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9814657-813A-4D7B-A2F8-E573BA1645D3}" type="datetime1">
              <a:rPr lang="en-US" smtClean="0"/>
              <a:t>7/24/2026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9369554" cy="4007406"/>
          </a:xfrm>
        </p:spPr>
        <p:txBody>
          <a:bodyPr>
            <a:noAutofit/>
          </a:bodyPr>
          <a:lstStyle/>
          <a:p>
            <a:r>
              <a:rPr lang="en-US" dirty="0"/>
              <a:t>Capstone project proposal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Lê Anh Quân</a:t>
            </a:r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46464-D341-CE0D-6BA5-97B6D8D23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lục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2C8B2-1858-E236-B3AE-766B23C2F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I. </a:t>
            </a:r>
            <a:r>
              <a:rPr lang="en-US" sz="2400" dirty="0" err="1"/>
              <a:t>Tổng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về</a:t>
            </a:r>
            <a:r>
              <a:rPr lang="en-US" sz="2400" dirty="0"/>
              <a:t> </a:t>
            </a:r>
            <a:r>
              <a:rPr lang="en-US" sz="2400" dirty="0" err="1"/>
              <a:t>đề</a:t>
            </a:r>
            <a:r>
              <a:rPr lang="en-US" sz="2400" dirty="0"/>
              <a:t> </a:t>
            </a:r>
            <a:r>
              <a:rPr lang="en-US" sz="2400" dirty="0" err="1"/>
              <a:t>tài</a:t>
            </a:r>
            <a:br>
              <a:rPr lang="en-US" sz="2400" dirty="0"/>
            </a:br>
            <a:r>
              <a:rPr lang="en-US" sz="2400" dirty="0"/>
              <a:t>	1. Ý </a:t>
            </a:r>
            <a:r>
              <a:rPr lang="en-US" sz="2400" dirty="0" err="1"/>
              <a:t>tưởng</a:t>
            </a:r>
            <a:r>
              <a:rPr lang="en-US" sz="2400" dirty="0"/>
              <a:t> </a:t>
            </a:r>
            <a:r>
              <a:rPr lang="en-US" sz="2400" dirty="0" err="1"/>
              <a:t>chính</a:t>
            </a:r>
            <a:br>
              <a:rPr lang="en-US" sz="2400" dirty="0"/>
            </a:br>
            <a:r>
              <a:rPr lang="en-US" sz="2400" dirty="0"/>
              <a:t>	2. Lý </a:t>
            </a:r>
            <a:r>
              <a:rPr lang="en-US" sz="2400" dirty="0" err="1"/>
              <a:t>thuyết</a:t>
            </a:r>
            <a:endParaRPr lang="en-US" sz="2400" dirty="0"/>
          </a:p>
          <a:p>
            <a:r>
              <a:rPr lang="en-ID" sz="2400" dirty="0"/>
              <a:t>II. Thành </a:t>
            </a:r>
            <a:r>
              <a:rPr lang="en-ID" sz="2400" dirty="0" err="1"/>
              <a:t>phần</a:t>
            </a:r>
            <a:r>
              <a:rPr lang="en-ID" sz="2400" dirty="0"/>
              <a:t> </a:t>
            </a:r>
            <a:r>
              <a:rPr lang="en-ID" sz="2400" dirty="0" err="1"/>
              <a:t>kỹ</a:t>
            </a:r>
            <a:r>
              <a:rPr lang="en-ID" sz="2400" dirty="0"/>
              <a:t> </a:t>
            </a:r>
            <a:r>
              <a:rPr lang="en-ID" sz="2400" dirty="0" err="1"/>
              <a:t>thuật</a:t>
            </a:r>
            <a:endParaRPr lang="en-ID" sz="2400" dirty="0"/>
          </a:p>
          <a:p>
            <a:r>
              <a:rPr lang="en-ID" sz="2400" dirty="0"/>
              <a:t>III. Các </a:t>
            </a:r>
            <a:r>
              <a:rPr lang="en-ID" sz="2400" dirty="0" err="1"/>
              <a:t>bước</a:t>
            </a:r>
            <a:r>
              <a:rPr lang="en-ID" sz="2400" dirty="0"/>
              <a:t> </a:t>
            </a:r>
            <a:r>
              <a:rPr lang="en-ID" sz="2400" dirty="0" err="1"/>
              <a:t>hoạt</a:t>
            </a:r>
            <a:r>
              <a:rPr lang="en-ID" sz="2400" dirty="0"/>
              <a:t> </a:t>
            </a:r>
            <a:r>
              <a:rPr lang="en-ID" sz="2400" dirty="0" err="1"/>
              <a:t>động</a:t>
            </a:r>
            <a:r>
              <a:rPr lang="en-ID" sz="2400" dirty="0"/>
              <a:t> </a:t>
            </a:r>
            <a:r>
              <a:rPr lang="en-ID" sz="2400" dirty="0" err="1"/>
              <a:t>của</a:t>
            </a:r>
            <a:r>
              <a:rPr lang="en-ID" sz="2400" dirty="0"/>
              <a:t> </a:t>
            </a:r>
            <a:r>
              <a:rPr lang="en-ID" sz="2400" dirty="0" err="1"/>
              <a:t>chương</a:t>
            </a:r>
            <a:r>
              <a:rPr lang="en-ID" sz="2400" dirty="0"/>
              <a:t> </a:t>
            </a:r>
            <a:r>
              <a:rPr lang="en-ID" sz="2400" dirty="0" err="1"/>
              <a:t>trình</a:t>
            </a:r>
            <a:endParaRPr lang="en-ID" sz="2400" dirty="0"/>
          </a:p>
          <a:p>
            <a:r>
              <a:rPr lang="en-ID" sz="2400" dirty="0"/>
              <a:t>IV. </a:t>
            </a:r>
            <a:r>
              <a:rPr lang="en-ID" sz="2400" dirty="0" err="1"/>
              <a:t>Kế</a:t>
            </a:r>
            <a:r>
              <a:rPr lang="en-ID" sz="2400" dirty="0"/>
              <a:t> </a:t>
            </a:r>
            <a:r>
              <a:rPr lang="en-ID" sz="2400" dirty="0" err="1"/>
              <a:t>hoạch</a:t>
            </a:r>
            <a:r>
              <a:rPr lang="en-ID" sz="2400" dirty="0"/>
              <a:t> </a:t>
            </a:r>
            <a:r>
              <a:rPr lang="en-ID" sz="2400" dirty="0" err="1"/>
              <a:t>thực</a:t>
            </a:r>
            <a:r>
              <a:rPr lang="en-ID" sz="2400" dirty="0"/>
              <a:t> </a:t>
            </a:r>
            <a:r>
              <a:rPr lang="en-ID" sz="2400" dirty="0" err="1"/>
              <a:t>hiện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1923645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0EB8-369B-431A-9604-CA2805DFF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Ý </a:t>
            </a:r>
            <a:r>
              <a:rPr lang="en-US" dirty="0" err="1"/>
              <a:t>tưởng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project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2CD8B-F2AE-ED90-1E39-3FDDF2AEF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057400"/>
            <a:ext cx="5026153" cy="4343400"/>
          </a:xfrm>
        </p:spPr>
        <p:txBody>
          <a:bodyPr/>
          <a:lstStyle/>
          <a:p>
            <a:r>
              <a:rPr lang="en-US" b="1" dirty="0" err="1"/>
              <a:t>Đề</a:t>
            </a:r>
            <a:r>
              <a:rPr lang="en-US" b="1" dirty="0"/>
              <a:t> </a:t>
            </a:r>
            <a:r>
              <a:rPr lang="en-US" b="1" dirty="0" err="1"/>
              <a:t>tài</a:t>
            </a:r>
            <a:r>
              <a:rPr lang="en-US" b="1" dirty="0"/>
              <a:t>: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xâm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(Streaming IDS)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Apache Kafka </a:t>
            </a:r>
            <a:r>
              <a:rPr lang="en-US" dirty="0" err="1"/>
              <a:t>và</a:t>
            </a:r>
            <a:r>
              <a:rPr lang="en-US" dirty="0"/>
              <a:t> Apache Spark Structured Streaming.</a:t>
            </a:r>
            <a:endParaRPr lang="en-ID" dirty="0"/>
          </a:p>
          <a:p>
            <a:r>
              <a:rPr lang="en-ID" b="1" dirty="0"/>
              <a:t>Ý </a:t>
            </a:r>
            <a:r>
              <a:rPr lang="en-ID" b="1" dirty="0" err="1"/>
              <a:t>tưởng</a:t>
            </a:r>
            <a:r>
              <a:rPr lang="en-ID" b="1" dirty="0"/>
              <a:t>: </a:t>
            </a:r>
            <a:r>
              <a:rPr lang="en-US" dirty="0"/>
              <a:t>Trong </a:t>
            </a:r>
            <a:r>
              <a:rPr lang="en-US" dirty="0" err="1"/>
              <a:t>bối</a:t>
            </a:r>
            <a:r>
              <a:rPr lang="en-US" dirty="0"/>
              <a:t> </a:t>
            </a:r>
            <a:r>
              <a:rPr lang="en-US" dirty="0" err="1"/>
              <a:t>cảnh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,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vi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càng</a:t>
            </a:r>
            <a:r>
              <a:rPr lang="en-US" dirty="0"/>
              <a:t> </a:t>
            </a:r>
            <a:r>
              <a:rPr lang="en-US" dirty="0" err="1"/>
              <a:t>sớm</a:t>
            </a:r>
            <a:r>
              <a:rPr lang="en-US" dirty="0"/>
              <a:t> </a:t>
            </a:r>
            <a:r>
              <a:rPr lang="en-US" dirty="0" err="1"/>
              <a:t>càng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thiểu</a:t>
            </a:r>
            <a:r>
              <a:rPr lang="en-US" dirty="0"/>
              <a:t> </a:t>
            </a:r>
            <a:r>
              <a:rPr lang="en-US" dirty="0" err="1"/>
              <a:t>thiệt</a:t>
            </a:r>
            <a:r>
              <a:rPr lang="en-US" dirty="0"/>
              <a:t> </a:t>
            </a:r>
            <a:r>
              <a:rPr lang="en-US" dirty="0" err="1"/>
              <a:t>hại</a:t>
            </a:r>
            <a:r>
              <a:rPr lang="en-US" dirty="0"/>
              <a:t> do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cuộc</a:t>
            </a:r>
            <a:r>
              <a:rPr lang="en-US" dirty="0"/>
              <a:t>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gây</a:t>
            </a:r>
            <a:r>
              <a:rPr lang="en-US" dirty="0"/>
              <a:t> </a:t>
            </a:r>
            <a:r>
              <a:rPr lang="en-US" dirty="0" err="1"/>
              <a:t>ra.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Streaming IDS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Rule-Based,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AI/ML. Trong </a:t>
            </a:r>
            <a:r>
              <a:rPr lang="en-US" dirty="0" err="1"/>
              <a:t>phạm</a:t>
            </a:r>
            <a:r>
              <a:rPr lang="en-US" dirty="0"/>
              <a:t> vi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sáu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vi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phổ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:</a:t>
            </a:r>
            <a:endParaRPr lang="en-ID" dirty="0"/>
          </a:p>
          <a:p>
            <a:r>
              <a:rPr lang="en-US" dirty="0"/>
              <a:t>- DDoS Attack Port Scanning </a:t>
            </a:r>
            <a:br>
              <a:rPr lang="en-US" dirty="0"/>
            </a:br>
            <a:r>
              <a:rPr lang="en-US" dirty="0"/>
              <a:t>- Brute Force Attack </a:t>
            </a:r>
            <a:br>
              <a:rPr lang="en-US" dirty="0"/>
            </a:br>
            <a:r>
              <a:rPr lang="en-US" dirty="0"/>
              <a:t>- Malware Phoning Home </a:t>
            </a:r>
            <a:br>
              <a:rPr lang="en-US" dirty="0"/>
            </a:br>
            <a:r>
              <a:rPr lang="en-US" dirty="0"/>
              <a:t>- Data Exfiltration </a:t>
            </a:r>
            <a:br>
              <a:rPr lang="en-US" dirty="0"/>
            </a:br>
            <a:r>
              <a:rPr lang="en-US" dirty="0"/>
              <a:t>- Malicious File Download </a:t>
            </a:r>
          </a:p>
          <a:p>
            <a:r>
              <a:rPr lang="en-ID" b="1" dirty="0" err="1"/>
              <a:t>Mục</a:t>
            </a:r>
            <a:r>
              <a:rPr lang="en-ID" b="1" dirty="0"/>
              <a:t> </a:t>
            </a:r>
            <a:r>
              <a:rPr lang="en-ID" b="1" dirty="0" err="1"/>
              <a:t>tiêu</a:t>
            </a:r>
            <a:r>
              <a:rPr lang="en-ID" b="1" dirty="0"/>
              <a:t>: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IDS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thời</a:t>
            </a:r>
            <a:r>
              <a:rPr lang="en-ID" dirty="0"/>
              <a:t> </a:t>
            </a:r>
            <a:r>
              <a:rPr lang="en-ID" dirty="0" err="1"/>
              <a:t>gian</a:t>
            </a:r>
            <a:r>
              <a:rPr lang="en-ID" dirty="0"/>
              <a:t> </a:t>
            </a:r>
            <a:r>
              <a:rPr lang="en-ID" dirty="0" err="1"/>
              <a:t>phát</a:t>
            </a:r>
            <a:r>
              <a:rPr lang="en-ID" dirty="0"/>
              <a:t> </a:t>
            </a:r>
            <a:r>
              <a:rPr lang="en-ID" dirty="0" err="1"/>
              <a:t>hiện</a:t>
            </a:r>
            <a:r>
              <a:rPr lang="en-ID" dirty="0"/>
              <a:t> </a:t>
            </a:r>
            <a:r>
              <a:rPr lang="en-ID" dirty="0" err="1"/>
              <a:t>nhỏ</a:t>
            </a:r>
            <a:r>
              <a:rPr lang="en-ID" dirty="0"/>
              <a:t> </a:t>
            </a:r>
            <a:r>
              <a:rPr lang="en-ID" dirty="0" err="1"/>
              <a:t>hơn</a:t>
            </a:r>
            <a:r>
              <a:rPr lang="en-ID" dirty="0"/>
              <a:t> 2 </a:t>
            </a:r>
            <a:r>
              <a:rPr lang="en-ID" dirty="0" err="1"/>
              <a:t>giây</a:t>
            </a:r>
            <a:r>
              <a:rPr lang="en-ID" dirty="0"/>
              <a:t> </a:t>
            </a:r>
            <a:r>
              <a:rPr lang="en-ID" dirty="0" err="1"/>
              <a:t>kể</a:t>
            </a:r>
            <a:r>
              <a:rPr lang="en-ID" dirty="0"/>
              <a:t> </a:t>
            </a:r>
            <a:r>
              <a:rPr lang="en-ID" dirty="0" err="1"/>
              <a:t>từ</a:t>
            </a:r>
            <a:r>
              <a:rPr lang="en-ID" dirty="0"/>
              <a:t> </a:t>
            </a:r>
            <a:r>
              <a:rPr lang="en-ID" dirty="0" err="1"/>
              <a:t>khi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sinh</a:t>
            </a:r>
            <a:r>
              <a:rPr lang="en-ID" dirty="0"/>
              <a:t> </a:t>
            </a:r>
            <a:r>
              <a:rPr lang="en-ID" dirty="0" err="1"/>
              <a:t>ra.</a:t>
            </a:r>
            <a:endParaRPr lang="en-ID" b="1" dirty="0"/>
          </a:p>
          <a:p>
            <a:endParaRPr lang="en-ID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E659D9-5A43-2692-2537-20BFBDB41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2659856"/>
            <a:ext cx="5079300" cy="313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180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C6AB7-C2BF-4672-3E3B-CDA928231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Lý </a:t>
            </a:r>
            <a:r>
              <a:rPr lang="en-US" dirty="0" err="1"/>
              <a:t>thuyết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BBCB9-B0F6-F223-A6C4-246483B45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9" y="1828800"/>
            <a:ext cx="10963654" cy="4343400"/>
          </a:xfrm>
        </p:spPr>
        <p:txBody>
          <a:bodyPr/>
          <a:lstStyle/>
          <a:p>
            <a:r>
              <a:rPr lang="en-ID" b="1" dirty="0"/>
              <a:t>Streaming Intrusion Detection System (Streaming IDS) </a:t>
            </a:r>
            <a:r>
              <a:rPr lang="en-ID" dirty="0"/>
              <a:t>hay </a:t>
            </a:r>
            <a:r>
              <a:rPr lang="en-ID" i="1" dirty="0" err="1"/>
              <a:t>Hệ</a:t>
            </a:r>
            <a:r>
              <a:rPr lang="en-ID" i="1" dirty="0"/>
              <a:t> </a:t>
            </a:r>
            <a:r>
              <a:rPr lang="en-ID" i="1" dirty="0" err="1"/>
              <a:t>thống</a:t>
            </a:r>
            <a:r>
              <a:rPr lang="en-ID" i="1" dirty="0"/>
              <a:t> </a:t>
            </a:r>
            <a:r>
              <a:rPr lang="en-ID" i="1" dirty="0" err="1"/>
              <a:t>phát</a:t>
            </a:r>
            <a:r>
              <a:rPr lang="en-ID" i="1" dirty="0"/>
              <a:t> </a:t>
            </a:r>
            <a:r>
              <a:rPr lang="en-ID" i="1" dirty="0" err="1"/>
              <a:t>hiện</a:t>
            </a:r>
            <a:r>
              <a:rPr lang="en-ID" i="1" dirty="0"/>
              <a:t> </a:t>
            </a:r>
            <a:r>
              <a:rPr lang="en-ID" i="1" dirty="0" err="1"/>
              <a:t>xâm</a:t>
            </a:r>
            <a:r>
              <a:rPr lang="en-ID" i="1" dirty="0"/>
              <a:t> </a:t>
            </a:r>
            <a:r>
              <a:rPr lang="en-ID" i="1" dirty="0" err="1"/>
              <a:t>nhập</a:t>
            </a:r>
            <a:r>
              <a:rPr lang="en-ID" i="1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giải</a:t>
            </a:r>
            <a:r>
              <a:rPr lang="en-ID" dirty="0"/>
              <a:t> </a:t>
            </a:r>
            <a:r>
              <a:rPr lang="en-ID" dirty="0" err="1"/>
              <a:t>pháp</a:t>
            </a:r>
            <a:r>
              <a:rPr lang="en-ID" dirty="0"/>
              <a:t> </a:t>
            </a:r>
            <a:r>
              <a:rPr lang="en-ID" dirty="0" err="1"/>
              <a:t>bảo</a:t>
            </a:r>
            <a:r>
              <a:rPr lang="en-ID" dirty="0"/>
              <a:t> </a:t>
            </a:r>
            <a:r>
              <a:rPr lang="en-ID" dirty="0" err="1"/>
              <a:t>mật</a:t>
            </a:r>
            <a:r>
              <a:rPr lang="en-ID" dirty="0"/>
              <a:t> </a:t>
            </a:r>
            <a:r>
              <a:rPr lang="en-ID" dirty="0" err="1"/>
              <a:t>mạng</a:t>
            </a:r>
            <a:r>
              <a:rPr lang="en-ID" dirty="0"/>
              <a:t> </a:t>
            </a:r>
            <a:r>
              <a:rPr lang="en-ID" dirty="0" err="1"/>
              <a:t>nâng</a:t>
            </a:r>
            <a:r>
              <a:rPr lang="en-ID" dirty="0"/>
              <a:t> </a:t>
            </a:r>
            <a:r>
              <a:rPr lang="en-ID" dirty="0" err="1"/>
              <a:t>cao</a:t>
            </a:r>
            <a:r>
              <a:rPr lang="en-ID" dirty="0"/>
              <a:t>, </a:t>
            </a:r>
            <a:r>
              <a:rPr lang="en-ID" dirty="0" err="1"/>
              <a:t>chuyên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tích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phát</a:t>
            </a:r>
            <a:r>
              <a:rPr lang="en-ID" dirty="0"/>
              <a:t> </a:t>
            </a:r>
            <a:r>
              <a:rPr lang="en-ID" dirty="0" err="1"/>
              <a:t>hiện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hành</a:t>
            </a:r>
            <a:r>
              <a:rPr lang="en-ID" dirty="0"/>
              <a:t> vi </a:t>
            </a:r>
            <a:r>
              <a:rPr lang="en-ID" dirty="0" err="1"/>
              <a:t>tấn</a:t>
            </a:r>
            <a:r>
              <a:rPr lang="en-ID" dirty="0"/>
              <a:t> </a:t>
            </a:r>
            <a:r>
              <a:rPr lang="en-ID" dirty="0" err="1"/>
              <a:t>công</a:t>
            </a:r>
            <a:r>
              <a:rPr lang="en-ID" dirty="0"/>
              <a:t> </a:t>
            </a:r>
            <a:r>
              <a:rPr lang="en-ID" dirty="0" err="1"/>
              <a:t>mạng</a:t>
            </a:r>
            <a:r>
              <a:rPr lang="en-ID" dirty="0"/>
              <a:t> </a:t>
            </a:r>
            <a:r>
              <a:rPr lang="en-ID" dirty="0" err="1"/>
              <a:t>theo</a:t>
            </a:r>
            <a:r>
              <a:rPr lang="en-ID" dirty="0"/>
              <a:t> </a:t>
            </a:r>
            <a:r>
              <a:rPr lang="en-ID" dirty="0" err="1"/>
              <a:t>thời</a:t>
            </a:r>
            <a:r>
              <a:rPr lang="en-ID" dirty="0"/>
              <a:t> </a:t>
            </a:r>
            <a:r>
              <a:rPr lang="en-ID" dirty="0" err="1"/>
              <a:t>gian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 (real-time) </a:t>
            </a:r>
            <a:r>
              <a:rPr lang="en-ID" dirty="0" err="1"/>
              <a:t>dựa</a:t>
            </a:r>
            <a:r>
              <a:rPr lang="en-ID" dirty="0"/>
              <a:t> </a:t>
            </a:r>
            <a:r>
              <a:rPr lang="en-ID" dirty="0" err="1"/>
              <a:t>trên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luồng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truyền</a:t>
            </a:r>
            <a:r>
              <a:rPr lang="en-ID" dirty="0"/>
              <a:t> </a:t>
            </a:r>
            <a:r>
              <a:rPr lang="en-ID" dirty="0" err="1"/>
              <a:t>tải</a:t>
            </a:r>
            <a:r>
              <a:rPr lang="en-ID" dirty="0"/>
              <a:t> </a:t>
            </a:r>
            <a:r>
              <a:rPr lang="en-ID" dirty="0" err="1"/>
              <a:t>liên</a:t>
            </a:r>
            <a:r>
              <a:rPr lang="en-ID" dirty="0"/>
              <a:t> </a:t>
            </a:r>
            <a:r>
              <a:rPr lang="en-ID" dirty="0" err="1"/>
              <a:t>tục</a:t>
            </a:r>
            <a:r>
              <a:rPr lang="en-ID" dirty="0"/>
              <a:t> (data streams). </a:t>
            </a:r>
            <a:r>
              <a:rPr lang="en-ID" dirty="0" err="1"/>
              <a:t>Chức</a:t>
            </a:r>
            <a:r>
              <a:rPr lang="en-ID" dirty="0"/>
              <a:t> </a:t>
            </a:r>
            <a:r>
              <a:rPr lang="en-ID" dirty="0" err="1"/>
              <a:t>năng</a:t>
            </a:r>
            <a:r>
              <a:rPr lang="en-ID" dirty="0"/>
              <a:t> </a:t>
            </a:r>
            <a:r>
              <a:rPr lang="en-ID" dirty="0" err="1"/>
              <a:t>quan</a:t>
            </a:r>
            <a:r>
              <a:rPr lang="en-ID" dirty="0"/>
              <a:t> </a:t>
            </a:r>
            <a:r>
              <a:rPr lang="en-ID" dirty="0" err="1"/>
              <a:t>trọng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IDS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giám</a:t>
            </a:r>
            <a:r>
              <a:rPr lang="en-ID" dirty="0"/>
              <a:t> </a:t>
            </a:r>
            <a:r>
              <a:rPr lang="en-ID" dirty="0" err="1"/>
              <a:t>sát</a:t>
            </a:r>
            <a:r>
              <a:rPr lang="en-ID" dirty="0"/>
              <a:t>, </a:t>
            </a:r>
            <a:r>
              <a:rPr lang="en-ID" dirty="0" err="1"/>
              <a:t>cảnh</a:t>
            </a:r>
            <a:r>
              <a:rPr lang="en-ID" dirty="0"/>
              <a:t> </a:t>
            </a:r>
            <a:r>
              <a:rPr lang="en-ID" dirty="0" err="1"/>
              <a:t>báo</a:t>
            </a:r>
            <a:r>
              <a:rPr lang="en-ID" dirty="0"/>
              <a:t> </a:t>
            </a:r>
            <a:r>
              <a:rPr lang="en-ID" dirty="0" err="1"/>
              <a:t>xâm</a:t>
            </a:r>
            <a:r>
              <a:rPr lang="en-ID" dirty="0"/>
              <a:t> </a:t>
            </a:r>
            <a:r>
              <a:rPr lang="en-ID" dirty="0" err="1"/>
              <a:t>nhập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bảo</a:t>
            </a:r>
            <a:r>
              <a:rPr lang="en-ID" dirty="0"/>
              <a:t> </a:t>
            </a:r>
            <a:r>
              <a:rPr lang="en-ID" dirty="0" err="1"/>
              <a:t>vệ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hoặc</a:t>
            </a:r>
            <a:r>
              <a:rPr lang="en-ID" dirty="0"/>
              <a:t> </a:t>
            </a:r>
            <a:r>
              <a:rPr lang="en-ID" dirty="0" err="1"/>
              <a:t>mạng</a:t>
            </a:r>
            <a:r>
              <a:rPr lang="en-ID" dirty="0"/>
              <a:t> </a:t>
            </a:r>
            <a:r>
              <a:rPr lang="en-ID" dirty="0" err="1"/>
              <a:t>lưới</a:t>
            </a:r>
            <a:r>
              <a:rPr lang="en-ID" dirty="0"/>
              <a:t> </a:t>
            </a:r>
            <a:r>
              <a:rPr lang="en-ID" dirty="0" err="1"/>
              <a:t>thông</a:t>
            </a:r>
            <a:r>
              <a:rPr lang="en-ID" dirty="0"/>
              <a:t> tin.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IDS </a:t>
            </a:r>
            <a:r>
              <a:rPr lang="en-ID" dirty="0" err="1"/>
              <a:t>được</a:t>
            </a:r>
            <a:r>
              <a:rPr lang="en-ID" dirty="0"/>
              <a:t> chia </a:t>
            </a:r>
            <a:r>
              <a:rPr lang="en-ID" dirty="0" err="1"/>
              <a:t>ra</a:t>
            </a:r>
            <a:r>
              <a:rPr lang="en-ID" dirty="0"/>
              <a:t> </a:t>
            </a:r>
            <a:r>
              <a:rPr lang="en-ID" dirty="0" err="1"/>
              <a:t>làm</a:t>
            </a:r>
            <a:r>
              <a:rPr lang="en-ID" dirty="0"/>
              <a:t> </a:t>
            </a:r>
            <a:r>
              <a:rPr lang="en-ID" dirty="0" err="1"/>
              <a:t>hai</a:t>
            </a:r>
            <a:r>
              <a:rPr lang="en-ID" dirty="0"/>
              <a:t> </a:t>
            </a:r>
            <a:r>
              <a:rPr lang="en-ID" dirty="0" err="1"/>
              <a:t>loại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bản</a:t>
            </a:r>
            <a:r>
              <a:rPr lang="en-ID" dirty="0"/>
              <a:t>:</a:t>
            </a:r>
          </a:p>
          <a:p>
            <a:r>
              <a:rPr lang="en-ID" dirty="0"/>
              <a:t>- Network-based IDS (NIDS)</a:t>
            </a:r>
            <a:br>
              <a:rPr lang="en-ID" dirty="0"/>
            </a:br>
            <a:r>
              <a:rPr lang="en-ID" dirty="0"/>
              <a:t>- Host-based IDS (BIDS)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FB2EE3-6944-9671-79BB-C7F85FFDAE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2819400"/>
            <a:ext cx="6631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8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30CC41E-7106-4E03-F8BA-961244BAB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generator</a:t>
            </a:r>
            <a:endParaRPr lang="en-ID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ED3F9A7-A378-812A-345B-AA47C3F37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Python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nhiệm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phỏng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.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JSON,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95%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, 5%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vi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. Các </a:t>
            </a:r>
            <a:r>
              <a:rPr lang="en-US" dirty="0" err="1"/>
              <a:t>cuộc</a:t>
            </a:r>
            <a:r>
              <a:rPr lang="en-US" dirty="0"/>
              <a:t>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ngẫu</a:t>
            </a:r>
            <a:r>
              <a:rPr lang="en-US" dirty="0"/>
              <a:t> </a:t>
            </a:r>
            <a:r>
              <a:rPr lang="en-US" dirty="0" err="1"/>
              <a:t>nhiên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thủ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nhằm</a:t>
            </a:r>
            <a:r>
              <a:rPr lang="en-US" dirty="0"/>
              <a:t> </a:t>
            </a:r>
            <a:r>
              <a:rPr lang="en-US" dirty="0" err="1"/>
              <a:t>phục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.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phỏng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bao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như</a:t>
            </a:r>
            <a:r>
              <a:rPr lang="en-US" dirty="0"/>
              <a:t>:</a:t>
            </a:r>
            <a:endParaRPr lang="en-ID" dirty="0"/>
          </a:p>
          <a:p>
            <a:r>
              <a:rPr lang="en-US" dirty="0"/>
              <a:t>- Timestamp</a:t>
            </a:r>
            <a:br>
              <a:rPr lang="en-US" dirty="0"/>
            </a:br>
            <a:r>
              <a:rPr lang="en-US" dirty="0"/>
              <a:t>- Source IP </a:t>
            </a:r>
            <a:br>
              <a:rPr lang="en-US" dirty="0"/>
            </a:br>
            <a:r>
              <a:rPr lang="en-US" dirty="0"/>
              <a:t>- </a:t>
            </a:r>
            <a:r>
              <a:rPr lang="en-ID" dirty="0"/>
              <a:t>Destination IP </a:t>
            </a:r>
            <a:br>
              <a:rPr lang="en-ID" dirty="0"/>
            </a:br>
            <a:r>
              <a:rPr lang="en-ID" dirty="0"/>
              <a:t>- Source Port</a:t>
            </a:r>
            <a:br>
              <a:rPr lang="en-ID" dirty="0"/>
            </a:br>
            <a:r>
              <a:rPr lang="en-ID" dirty="0"/>
              <a:t>- Destination Port</a:t>
            </a:r>
            <a:br>
              <a:rPr lang="en-ID" dirty="0"/>
            </a:br>
            <a:r>
              <a:rPr lang="en-ID" dirty="0"/>
              <a:t>- Protocol</a:t>
            </a:r>
            <a:br>
              <a:rPr lang="en-ID" dirty="0"/>
            </a:br>
            <a:r>
              <a:rPr lang="en-ID" dirty="0"/>
              <a:t>- Packet Size</a:t>
            </a:r>
            <a:br>
              <a:rPr lang="en-ID" dirty="0"/>
            </a:br>
            <a:r>
              <a:rPr lang="en-ID" dirty="0"/>
              <a:t>- Request Type</a:t>
            </a:r>
            <a:br>
              <a:rPr lang="en-ID" dirty="0"/>
            </a:br>
            <a:r>
              <a:rPr lang="en-ID" dirty="0"/>
              <a:t>- Session ID</a:t>
            </a:r>
            <a:br>
              <a:rPr lang="en-ID" dirty="0"/>
            </a:br>
            <a:r>
              <a:rPr lang="en-ID" dirty="0"/>
              <a:t>- User ID</a:t>
            </a:r>
            <a:br>
              <a:rPr lang="en-ID" dirty="0"/>
            </a:br>
            <a:r>
              <a:rPr lang="en-ID" dirty="0"/>
              <a:t>- …</a:t>
            </a:r>
          </a:p>
          <a:p>
            <a:br>
              <a:rPr lang="en-US" b="1" dirty="0"/>
            </a:br>
            <a:endParaRPr lang="en-ID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CD7A2BF-68C3-573C-712D-7CF3910B80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3048000"/>
            <a:ext cx="7800975" cy="262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332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D0E3A-431A-11B6-C95A-CA05B3A14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APAche</a:t>
            </a:r>
            <a:r>
              <a:rPr lang="en-US" dirty="0"/>
              <a:t> </a:t>
            </a:r>
            <a:r>
              <a:rPr lang="en-US" dirty="0" err="1"/>
              <a:t>kafka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C7576-775A-F783-4AFD-67736790F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0" y="2362199"/>
            <a:ext cx="5711953" cy="2590800"/>
          </a:xfrm>
        </p:spPr>
        <p:txBody>
          <a:bodyPr/>
          <a:lstStyle/>
          <a:p>
            <a:r>
              <a:rPr lang="en-ID" dirty="0"/>
              <a:t>Apache Kafka </a:t>
            </a:r>
            <a:r>
              <a:rPr lang="en-ID" dirty="0" err="1"/>
              <a:t>đóng</a:t>
            </a:r>
            <a:r>
              <a:rPr lang="en-ID" dirty="0"/>
              <a:t> </a:t>
            </a:r>
            <a:r>
              <a:rPr lang="en-ID" dirty="0" err="1"/>
              <a:t>vai</a:t>
            </a:r>
            <a:r>
              <a:rPr lang="en-ID" dirty="0"/>
              <a:t> </a:t>
            </a:r>
            <a:r>
              <a:rPr lang="en-ID" dirty="0" err="1"/>
              <a:t>trò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b="1" dirty="0"/>
              <a:t>Data Ingestion</a:t>
            </a:r>
            <a:r>
              <a:rPr lang="en-ID" dirty="0"/>
              <a:t>.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sinh</a:t>
            </a:r>
            <a:r>
              <a:rPr lang="en-ID" dirty="0"/>
              <a:t> </a:t>
            </a:r>
            <a:r>
              <a:rPr lang="en-ID" dirty="0" err="1"/>
              <a:t>ra</a:t>
            </a:r>
            <a:r>
              <a:rPr lang="en-ID" dirty="0"/>
              <a:t> </a:t>
            </a:r>
            <a:r>
              <a:rPr lang="en-ID" dirty="0" err="1"/>
              <a:t>từ</a:t>
            </a:r>
            <a:r>
              <a:rPr lang="en-ID" dirty="0"/>
              <a:t> </a:t>
            </a:r>
            <a:r>
              <a:rPr lang="en-ID" dirty="0" err="1"/>
              <a:t>chương</a:t>
            </a:r>
            <a:r>
              <a:rPr lang="en-ID" dirty="0"/>
              <a:t> </a:t>
            </a:r>
            <a:r>
              <a:rPr lang="en-ID" dirty="0" err="1"/>
              <a:t>trình</a:t>
            </a:r>
            <a:r>
              <a:rPr lang="en-ID" dirty="0"/>
              <a:t> Python </a:t>
            </a:r>
            <a:r>
              <a:rPr lang="en-ID" dirty="0" err="1"/>
              <a:t>sẽ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gửi</a:t>
            </a:r>
            <a:r>
              <a:rPr lang="en-ID" dirty="0"/>
              <a:t> </a:t>
            </a:r>
            <a:r>
              <a:rPr lang="en-ID" dirty="0" err="1"/>
              <a:t>liên</a:t>
            </a:r>
            <a:r>
              <a:rPr lang="en-ID" dirty="0"/>
              <a:t> </a:t>
            </a:r>
            <a:r>
              <a:rPr lang="en-ID" dirty="0" err="1"/>
              <a:t>tục</a:t>
            </a:r>
            <a:r>
              <a:rPr lang="en-ID" dirty="0"/>
              <a:t> </a:t>
            </a:r>
            <a:r>
              <a:rPr lang="en-ID" dirty="0" err="1"/>
              <a:t>tới</a:t>
            </a:r>
            <a:r>
              <a:rPr lang="en-ID" dirty="0"/>
              <a:t> Kafka </a:t>
            </a:r>
            <a:r>
              <a:rPr lang="en-ID" dirty="0" err="1"/>
              <a:t>dưới</a:t>
            </a:r>
            <a:r>
              <a:rPr lang="en-ID" dirty="0"/>
              <a:t> </a:t>
            </a:r>
            <a:r>
              <a:rPr lang="en-ID" dirty="0" err="1"/>
              <a:t>dạng</a:t>
            </a:r>
            <a:r>
              <a:rPr lang="en-ID" dirty="0"/>
              <a:t> stream.</a:t>
            </a:r>
          </a:p>
          <a:p>
            <a:r>
              <a:rPr lang="en-ID" dirty="0"/>
              <a:t>Kafka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nhiệm</a:t>
            </a:r>
            <a:r>
              <a:rPr lang="en-ID" dirty="0"/>
              <a:t> </a:t>
            </a:r>
            <a:r>
              <a:rPr lang="en-ID" dirty="0" err="1"/>
              <a:t>vụ</a:t>
            </a:r>
            <a:r>
              <a:rPr lang="en-ID" dirty="0"/>
              <a:t>:</a:t>
            </a:r>
          </a:p>
          <a:p>
            <a:r>
              <a:rPr lang="en-US" dirty="0"/>
              <a:t>-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tạm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tải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Spark Streaming</a:t>
            </a:r>
            <a:endParaRPr lang="en-ID" dirty="0"/>
          </a:p>
          <a:p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tâm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pipeline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.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01992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9DC02-B408-E3CD-1E93-E5E6C8929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spark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03F5B-64A2-B320-26A8-FFBBCF2E6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52600"/>
            <a:ext cx="5711953" cy="4114800"/>
          </a:xfrm>
        </p:spPr>
        <p:txBody>
          <a:bodyPr/>
          <a:lstStyle/>
          <a:p>
            <a:r>
              <a:rPr lang="en-ID" dirty="0"/>
              <a:t>Spark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thành</a:t>
            </a:r>
            <a:r>
              <a:rPr lang="en-ID" dirty="0"/>
              <a:t> </a:t>
            </a:r>
            <a:r>
              <a:rPr lang="en-ID" dirty="0" err="1"/>
              <a:t>phần</a:t>
            </a:r>
            <a:r>
              <a:rPr lang="en-ID" dirty="0"/>
              <a:t> </a:t>
            </a:r>
            <a:r>
              <a:rPr lang="en-ID" dirty="0" err="1"/>
              <a:t>xử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chính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. Spark Structured Streaming </a:t>
            </a:r>
            <a:r>
              <a:rPr lang="en-ID" dirty="0" err="1"/>
              <a:t>sẽ</a:t>
            </a:r>
            <a:r>
              <a:rPr lang="en-ID" dirty="0"/>
              <a:t> </a:t>
            </a:r>
            <a:r>
              <a:rPr lang="en-ID" dirty="0" err="1"/>
              <a:t>đọc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từ</a:t>
            </a:r>
            <a:r>
              <a:rPr lang="en-ID" dirty="0"/>
              <a:t> Kafka </a:t>
            </a:r>
            <a:r>
              <a:rPr lang="en-ID" dirty="0" err="1"/>
              <a:t>theo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chế</a:t>
            </a:r>
            <a:r>
              <a:rPr lang="en-ID" dirty="0"/>
              <a:t> </a:t>
            </a:r>
            <a:r>
              <a:rPr lang="en-ID" b="1" dirty="0"/>
              <a:t>Micro-Batch Processing</a:t>
            </a:r>
            <a:r>
              <a:rPr lang="en-ID" dirty="0"/>
              <a:t>. Sau </a:t>
            </a:r>
            <a:r>
              <a:rPr lang="en-ID" dirty="0" err="1"/>
              <a:t>khi</a:t>
            </a:r>
            <a:r>
              <a:rPr lang="en-ID" dirty="0"/>
              <a:t> </a:t>
            </a:r>
            <a:r>
              <a:rPr lang="en-ID" dirty="0" err="1"/>
              <a:t>nhận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, Spark </a:t>
            </a:r>
            <a:r>
              <a:rPr lang="en-ID" dirty="0" err="1"/>
              <a:t>sẽ</a:t>
            </a:r>
            <a:r>
              <a:rPr lang="en-ID" dirty="0"/>
              <a:t>:</a:t>
            </a:r>
          </a:p>
          <a:p>
            <a:r>
              <a:rPr lang="en-US" dirty="0"/>
              <a:t>-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JSON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DataFrame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luật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cảnh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vi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thường</a:t>
            </a:r>
            <a:endParaRPr lang="en-ID" dirty="0"/>
          </a:p>
          <a:p>
            <a:r>
              <a:rPr lang="en-ID" dirty="0"/>
              <a:t>Các </a:t>
            </a:r>
            <a:r>
              <a:rPr lang="en-ID" dirty="0" err="1"/>
              <a:t>luật</a:t>
            </a:r>
            <a:r>
              <a:rPr lang="en-ID" dirty="0"/>
              <a:t> </a:t>
            </a:r>
            <a:r>
              <a:rPr lang="en-ID" dirty="0" err="1"/>
              <a:t>phát</a:t>
            </a:r>
            <a:r>
              <a:rPr lang="en-ID" dirty="0"/>
              <a:t> </a:t>
            </a:r>
            <a:r>
              <a:rPr lang="en-ID" dirty="0" err="1"/>
              <a:t>hiện</a:t>
            </a:r>
            <a:r>
              <a:rPr lang="en-ID" dirty="0"/>
              <a:t> </a:t>
            </a:r>
            <a:r>
              <a:rPr lang="en-ID" dirty="0" err="1"/>
              <a:t>sẽ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tệp</a:t>
            </a:r>
            <a:r>
              <a:rPr lang="en-ID" dirty="0"/>
              <a:t> JSON </a:t>
            </a:r>
            <a:r>
              <a:rPr lang="en-ID" dirty="0" err="1"/>
              <a:t>riêng</a:t>
            </a:r>
            <a:r>
              <a:rPr lang="en-ID" dirty="0"/>
              <a:t> </a:t>
            </a:r>
            <a:r>
              <a:rPr lang="en-ID" dirty="0" err="1"/>
              <a:t>nhằm</a:t>
            </a:r>
            <a:r>
              <a:rPr lang="en-ID" dirty="0"/>
              <a:t> </a:t>
            </a:r>
            <a:r>
              <a:rPr lang="en-ID" dirty="0" err="1"/>
              <a:t>giúp</a:t>
            </a:r>
            <a:r>
              <a:rPr lang="en-ID" dirty="0"/>
              <a:t> </a:t>
            </a:r>
            <a:r>
              <a:rPr lang="en-ID" dirty="0" err="1"/>
              <a:t>việc</a:t>
            </a:r>
            <a:r>
              <a:rPr lang="en-ID" dirty="0"/>
              <a:t> </a:t>
            </a:r>
            <a:r>
              <a:rPr lang="en-ID" dirty="0" err="1"/>
              <a:t>cập</a:t>
            </a:r>
            <a:r>
              <a:rPr lang="en-ID" dirty="0"/>
              <a:t> </a:t>
            </a:r>
            <a:r>
              <a:rPr lang="en-ID" dirty="0" err="1"/>
              <a:t>nhật</a:t>
            </a:r>
            <a:r>
              <a:rPr lang="en-ID" dirty="0"/>
              <a:t> </a:t>
            </a:r>
            <a:r>
              <a:rPr lang="en-ID" dirty="0" err="1"/>
              <a:t>hoặc</a:t>
            </a:r>
            <a:r>
              <a:rPr lang="en-ID" dirty="0"/>
              <a:t> </a:t>
            </a:r>
            <a:r>
              <a:rPr lang="en-ID" dirty="0" err="1"/>
              <a:t>bổ</a:t>
            </a:r>
            <a:r>
              <a:rPr lang="en-ID" dirty="0"/>
              <a:t> sung </a:t>
            </a:r>
            <a:r>
              <a:rPr lang="en-ID" dirty="0" err="1"/>
              <a:t>luật</a:t>
            </a:r>
            <a:r>
              <a:rPr lang="en-ID" dirty="0"/>
              <a:t> </a:t>
            </a:r>
            <a:r>
              <a:rPr lang="en-ID" dirty="0" err="1"/>
              <a:t>mới</a:t>
            </a:r>
            <a:r>
              <a:rPr lang="en-ID" dirty="0"/>
              <a:t> </a:t>
            </a:r>
            <a:r>
              <a:rPr lang="en-ID" dirty="0" err="1"/>
              <a:t>trở</a:t>
            </a:r>
            <a:r>
              <a:rPr lang="en-ID" dirty="0"/>
              <a:t> </a:t>
            </a:r>
            <a:r>
              <a:rPr lang="en-ID" dirty="0" err="1"/>
              <a:t>nên</a:t>
            </a:r>
            <a:r>
              <a:rPr lang="en-ID" dirty="0"/>
              <a:t> </a:t>
            </a:r>
            <a:r>
              <a:rPr lang="en-ID" dirty="0" err="1"/>
              <a:t>đơn</a:t>
            </a:r>
            <a:r>
              <a:rPr lang="en-ID" dirty="0"/>
              <a:t> </a:t>
            </a:r>
            <a:r>
              <a:rPr lang="en-ID" dirty="0" err="1"/>
              <a:t>giản</a:t>
            </a:r>
            <a:r>
              <a:rPr lang="en-ID" dirty="0"/>
              <a:t> </a:t>
            </a:r>
            <a:r>
              <a:rPr lang="en-ID" dirty="0" err="1"/>
              <a:t>mà</a:t>
            </a:r>
            <a:r>
              <a:rPr lang="en-ID" dirty="0"/>
              <a:t> </a:t>
            </a:r>
            <a:r>
              <a:rPr lang="en-ID" dirty="0" err="1"/>
              <a:t>không</a:t>
            </a:r>
            <a:r>
              <a:rPr lang="en-ID" dirty="0"/>
              <a:t> </a:t>
            </a:r>
            <a:r>
              <a:rPr lang="en-ID" dirty="0" err="1"/>
              <a:t>cần</a:t>
            </a:r>
            <a:r>
              <a:rPr lang="en-ID" dirty="0"/>
              <a:t> </a:t>
            </a:r>
            <a:r>
              <a:rPr lang="en-ID" dirty="0" err="1"/>
              <a:t>sửa</a:t>
            </a:r>
            <a:r>
              <a:rPr lang="en-ID" dirty="0"/>
              <a:t> </a:t>
            </a:r>
            <a:r>
              <a:rPr lang="en-ID" dirty="0" err="1"/>
              <a:t>mã</a:t>
            </a:r>
            <a:r>
              <a:rPr lang="en-ID" dirty="0"/>
              <a:t> </a:t>
            </a:r>
            <a:r>
              <a:rPr lang="en-ID" dirty="0" err="1"/>
              <a:t>nguồn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chương</a:t>
            </a:r>
            <a:r>
              <a:rPr lang="en-ID" dirty="0"/>
              <a:t> </a:t>
            </a:r>
            <a:r>
              <a:rPr lang="en-ID" dirty="0" err="1"/>
              <a:t>trình</a:t>
            </a:r>
            <a:r>
              <a:rPr lang="en-ID" dirty="0"/>
              <a:t>. Các </a:t>
            </a:r>
            <a:r>
              <a:rPr lang="en-ID" dirty="0" err="1"/>
              <a:t>nhóm</a:t>
            </a:r>
            <a:r>
              <a:rPr lang="en-ID" dirty="0"/>
              <a:t> </a:t>
            </a:r>
            <a:r>
              <a:rPr lang="en-ID" dirty="0" err="1"/>
              <a:t>luật</a:t>
            </a:r>
            <a:r>
              <a:rPr lang="en-ID" dirty="0"/>
              <a:t> </a:t>
            </a:r>
            <a:r>
              <a:rPr lang="en-ID" dirty="0" err="1"/>
              <a:t>dự</a:t>
            </a:r>
            <a:r>
              <a:rPr lang="en-ID" dirty="0"/>
              <a:t> </a:t>
            </a:r>
            <a:r>
              <a:rPr lang="en-ID" dirty="0" err="1"/>
              <a:t>kiến</a:t>
            </a:r>
            <a:r>
              <a:rPr lang="en-ID" dirty="0"/>
              <a:t> bao </a:t>
            </a:r>
            <a:r>
              <a:rPr lang="en-ID" dirty="0" err="1"/>
              <a:t>gồm</a:t>
            </a:r>
            <a:r>
              <a:rPr lang="en-ID" dirty="0"/>
              <a:t>:</a:t>
            </a:r>
          </a:p>
          <a:p>
            <a:r>
              <a:rPr lang="en-US" dirty="0"/>
              <a:t>- Threshold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request</a:t>
            </a:r>
            <a:br>
              <a:rPr lang="en-US" dirty="0"/>
            </a:br>
            <a:r>
              <a:rPr lang="en-US" dirty="0"/>
              <a:t>- Threshold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thất</a:t>
            </a:r>
            <a:r>
              <a:rPr lang="en-US" dirty="0"/>
              <a:t> </a:t>
            </a:r>
            <a:r>
              <a:rPr lang="en-US" dirty="0" err="1"/>
              <a:t>bại</a:t>
            </a:r>
            <a:br>
              <a:rPr lang="en-US" dirty="0"/>
            </a:br>
            <a:r>
              <a:rPr lang="en-US" dirty="0"/>
              <a:t>- Threshold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quét</a:t>
            </a:r>
            <a:br>
              <a:rPr lang="en-US" dirty="0"/>
            </a:br>
            <a:r>
              <a:rPr lang="en-US" dirty="0"/>
              <a:t>- Threshold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ngoài</a:t>
            </a:r>
            <a:br>
              <a:rPr lang="en-US" dirty="0"/>
            </a:br>
            <a:r>
              <a:rPr lang="en-US" dirty="0"/>
              <a:t>- Threshold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IP </a:t>
            </a:r>
            <a:r>
              <a:rPr lang="en-US" dirty="0" err="1"/>
              <a:t>đáng</a:t>
            </a:r>
            <a:r>
              <a:rPr lang="en-US" dirty="0"/>
              <a:t> </a:t>
            </a:r>
            <a:r>
              <a:rPr lang="en-US" dirty="0" err="1"/>
              <a:t>ngờ</a:t>
            </a:r>
            <a:endParaRPr lang="en-ID" dirty="0"/>
          </a:p>
          <a:p>
            <a:r>
              <a:rPr lang="en-ID" dirty="0" err="1"/>
              <a:t>Mục</a:t>
            </a:r>
            <a:r>
              <a:rPr lang="en-ID" dirty="0"/>
              <a:t> </a:t>
            </a:r>
            <a:r>
              <a:rPr lang="en-ID" dirty="0" err="1"/>
              <a:t>tiêu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phát</a:t>
            </a:r>
            <a:r>
              <a:rPr lang="en-ID" dirty="0"/>
              <a:t> </a:t>
            </a:r>
            <a:r>
              <a:rPr lang="en-ID" dirty="0" err="1"/>
              <a:t>hiện</a:t>
            </a:r>
            <a:r>
              <a:rPr lang="en-ID" dirty="0"/>
              <a:t> </a:t>
            </a:r>
            <a:r>
              <a:rPr lang="en-ID" dirty="0" err="1"/>
              <a:t>sự</a:t>
            </a:r>
            <a:r>
              <a:rPr lang="en-ID" dirty="0"/>
              <a:t> </a:t>
            </a:r>
            <a:r>
              <a:rPr lang="en-ID" dirty="0" err="1"/>
              <a:t>kiện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thời</a:t>
            </a:r>
            <a:r>
              <a:rPr lang="en-ID" dirty="0"/>
              <a:t> </a:t>
            </a:r>
            <a:r>
              <a:rPr lang="en-ID" dirty="0" err="1"/>
              <a:t>gian</a:t>
            </a:r>
            <a:r>
              <a:rPr lang="en-ID" dirty="0"/>
              <a:t> </a:t>
            </a:r>
            <a:r>
              <a:rPr lang="en-ID" dirty="0" err="1"/>
              <a:t>dưới</a:t>
            </a:r>
            <a:r>
              <a:rPr lang="en-ID" dirty="0"/>
              <a:t> </a:t>
            </a:r>
            <a:r>
              <a:rPr lang="en-ID" b="1" dirty="0"/>
              <a:t>2 </a:t>
            </a:r>
            <a:r>
              <a:rPr lang="en-ID" b="1" dirty="0" err="1"/>
              <a:t>giây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5425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4948F-06F1-E496-F3C8-22F705DFF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postgresql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C970F-17FC-96B1-1D7F-120F01DFA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Các </a:t>
            </a:r>
            <a:r>
              <a:rPr lang="en-ID" dirty="0" err="1"/>
              <a:t>cảnh</a:t>
            </a:r>
            <a:r>
              <a:rPr lang="en-ID" dirty="0"/>
              <a:t> </a:t>
            </a:r>
            <a:r>
              <a:rPr lang="en-ID" dirty="0" err="1"/>
              <a:t>báo</a:t>
            </a:r>
            <a:r>
              <a:rPr lang="en-ID" dirty="0"/>
              <a:t> </a:t>
            </a:r>
            <a:r>
              <a:rPr lang="en-ID" dirty="0" err="1"/>
              <a:t>sau</a:t>
            </a:r>
            <a:r>
              <a:rPr lang="en-ID" dirty="0"/>
              <a:t> </a:t>
            </a:r>
            <a:r>
              <a:rPr lang="en-ID" dirty="0" err="1"/>
              <a:t>khi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Spark </a:t>
            </a:r>
            <a:r>
              <a:rPr lang="en-ID" dirty="0" err="1"/>
              <a:t>phát</a:t>
            </a:r>
            <a:r>
              <a:rPr lang="en-ID" dirty="0"/>
              <a:t> </a:t>
            </a:r>
            <a:r>
              <a:rPr lang="en-ID" dirty="0" err="1"/>
              <a:t>hiện</a:t>
            </a:r>
            <a:r>
              <a:rPr lang="en-ID" dirty="0"/>
              <a:t> </a:t>
            </a:r>
            <a:r>
              <a:rPr lang="en-ID" dirty="0" err="1"/>
              <a:t>sẽ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vào</a:t>
            </a:r>
            <a:r>
              <a:rPr lang="en-ID" dirty="0"/>
              <a:t> PostgreSQL.</a:t>
            </a:r>
          </a:p>
          <a:p>
            <a:r>
              <a:rPr lang="en-ID" dirty="0"/>
              <a:t>Thông tin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bao </a:t>
            </a:r>
            <a:r>
              <a:rPr lang="en-ID" dirty="0" err="1"/>
              <a:t>gồm</a:t>
            </a:r>
            <a:r>
              <a:rPr lang="en-ID" dirty="0"/>
              <a:t>:</a:t>
            </a:r>
          </a:p>
          <a:p>
            <a:r>
              <a:rPr lang="en-US" dirty="0"/>
              <a:t>-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IP </a:t>
            </a:r>
            <a:r>
              <a:rPr lang="en-US" dirty="0" err="1"/>
              <a:t>nguồn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IP </a:t>
            </a:r>
            <a:r>
              <a:rPr lang="en-US" dirty="0" err="1"/>
              <a:t>đích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nghiêm</a:t>
            </a:r>
            <a:r>
              <a:rPr lang="en-US" dirty="0"/>
              <a:t> </a:t>
            </a:r>
            <a:r>
              <a:rPr lang="en-US" dirty="0" err="1"/>
              <a:t>trọng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cảnh</a:t>
            </a:r>
            <a:r>
              <a:rPr lang="en-US" dirty="0"/>
              <a:t> </a:t>
            </a:r>
            <a:r>
              <a:rPr lang="en-US" dirty="0" err="1"/>
              <a:t>báo</a:t>
            </a:r>
            <a:endParaRPr lang="en-ID" dirty="0"/>
          </a:p>
          <a:p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cũng</a:t>
            </a:r>
            <a:r>
              <a:rPr lang="en-ID" dirty="0"/>
              <a:t> </a:t>
            </a:r>
            <a:r>
              <a:rPr lang="en-ID" dirty="0" err="1"/>
              <a:t>phục</a:t>
            </a:r>
            <a:r>
              <a:rPr lang="en-ID" dirty="0"/>
              <a:t> </a:t>
            </a:r>
            <a:r>
              <a:rPr lang="en-ID" dirty="0" err="1"/>
              <a:t>vụ</a:t>
            </a:r>
            <a:r>
              <a:rPr lang="en-ID" dirty="0"/>
              <a:t> </a:t>
            </a:r>
            <a:r>
              <a:rPr lang="en-ID" dirty="0" err="1"/>
              <a:t>cho</a:t>
            </a:r>
            <a:r>
              <a:rPr lang="en-ID" dirty="0"/>
              <a:t> </a:t>
            </a:r>
            <a:r>
              <a:rPr lang="en-ID" dirty="0" err="1"/>
              <a:t>việc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kê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hiển</a:t>
            </a:r>
            <a:r>
              <a:rPr lang="en-ID" dirty="0"/>
              <a:t> </a:t>
            </a:r>
            <a:r>
              <a:rPr lang="en-ID" dirty="0" err="1"/>
              <a:t>thị</a:t>
            </a:r>
            <a:r>
              <a:rPr lang="en-ID" dirty="0"/>
              <a:t> </a:t>
            </a:r>
            <a:r>
              <a:rPr lang="en-ID" dirty="0" err="1"/>
              <a:t>trên</a:t>
            </a:r>
            <a:r>
              <a:rPr lang="en-ID" dirty="0"/>
              <a:t> dashboard.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42139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9E9C0-1F57-A068-738D-F996A86F4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Streamlit</a:t>
            </a:r>
            <a:r>
              <a:rPr lang="en-ID" dirty="0"/>
              <a:t>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76E8B-F96C-4AEC-E2DC-26B81E0D9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Dashboard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xây</a:t>
            </a:r>
            <a:r>
              <a:rPr lang="en-ID" dirty="0"/>
              <a:t> </a:t>
            </a:r>
            <a:r>
              <a:rPr lang="en-ID" dirty="0" err="1"/>
              <a:t>dựng</a:t>
            </a:r>
            <a:r>
              <a:rPr lang="en-ID" dirty="0"/>
              <a:t> </a:t>
            </a:r>
            <a:r>
              <a:rPr lang="en-ID" dirty="0" err="1"/>
              <a:t>bằng</a:t>
            </a:r>
            <a:r>
              <a:rPr lang="en-ID" dirty="0"/>
              <a:t> </a:t>
            </a:r>
            <a:r>
              <a:rPr lang="en-ID" dirty="0" err="1"/>
              <a:t>Streamlit</a:t>
            </a:r>
            <a:r>
              <a:rPr lang="en-ID" dirty="0"/>
              <a:t> </a:t>
            </a:r>
            <a:r>
              <a:rPr lang="en-ID" dirty="0" err="1"/>
              <a:t>nhằm</a:t>
            </a:r>
            <a:r>
              <a:rPr lang="en-ID" dirty="0"/>
              <a:t> </a:t>
            </a:r>
            <a:r>
              <a:rPr lang="en-ID" dirty="0" err="1"/>
              <a:t>trực</a:t>
            </a:r>
            <a:r>
              <a:rPr lang="en-ID" dirty="0"/>
              <a:t> </a:t>
            </a:r>
            <a:r>
              <a:rPr lang="en-ID" dirty="0" err="1"/>
              <a:t>quan</a:t>
            </a:r>
            <a:r>
              <a:rPr lang="en-ID" dirty="0"/>
              <a:t> </a:t>
            </a:r>
            <a:r>
              <a:rPr lang="en-ID" dirty="0" err="1"/>
              <a:t>hóa</a:t>
            </a:r>
            <a:r>
              <a:rPr lang="en-ID" dirty="0"/>
              <a:t> </a:t>
            </a:r>
            <a:r>
              <a:rPr lang="en-ID" dirty="0" err="1"/>
              <a:t>hoạt</a:t>
            </a:r>
            <a:r>
              <a:rPr lang="en-ID" dirty="0"/>
              <a:t> </a:t>
            </a:r>
            <a:r>
              <a:rPr lang="en-ID" dirty="0" err="1"/>
              <a:t>động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.</a:t>
            </a:r>
          </a:p>
          <a:p>
            <a:r>
              <a:rPr lang="en-ID" dirty="0"/>
              <a:t>Dashboard </a:t>
            </a:r>
            <a:r>
              <a:rPr lang="en-ID" dirty="0" err="1"/>
              <a:t>dự</a:t>
            </a:r>
            <a:r>
              <a:rPr lang="en-ID" dirty="0"/>
              <a:t> </a:t>
            </a:r>
            <a:r>
              <a:rPr lang="en-ID" dirty="0" err="1"/>
              <a:t>kiến</a:t>
            </a:r>
            <a:r>
              <a:rPr lang="en-ID" dirty="0"/>
              <a:t> </a:t>
            </a:r>
            <a:r>
              <a:rPr lang="en-ID" dirty="0" err="1"/>
              <a:t>hiển</a:t>
            </a:r>
            <a:r>
              <a:rPr lang="en-ID" dirty="0"/>
              <a:t> </a:t>
            </a:r>
            <a:r>
              <a:rPr lang="en-ID" dirty="0" err="1"/>
              <a:t>thị</a:t>
            </a:r>
            <a:r>
              <a:rPr lang="en-ID" dirty="0"/>
              <a:t>:</a:t>
            </a:r>
          </a:p>
          <a:p>
            <a:r>
              <a:rPr lang="en-US" dirty="0"/>
              <a:t>-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cảnh</a:t>
            </a:r>
            <a:r>
              <a:rPr lang="en-US" dirty="0"/>
              <a:t> </a:t>
            </a:r>
            <a:r>
              <a:rPr lang="en-US" dirty="0" err="1"/>
              <a:t>báo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nghiêm</a:t>
            </a:r>
            <a:r>
              <a:rPr lang="en-US" dirty="0"/>
              <a:t> </a:t>
            </a:r>
            <a:r>
              <a:rPr lang="en-US" dirty="0" err="1"/>
              <a:t>trọng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cảnh</a:t>
            </a:r>
            <a:r>
              <a:rPr lang="en-US" dirty="0"/>
              <a:t> </a:t>
            </a:r>
            <a:r>
              <a:rPr lang="en-US" dirty="0" err="1"/>
              <a:t>báo</a:t>
            </a:r>
            <a:endParaRPr lang="en-ID" dirty="0"/>
          </a:p>
          <a:p>
            <a:r>
              <a:rPr lang="en-ID" dirty="0"/>
              <a:t>Dashboard </a:t>
            </a:r>
            <a:r>
              <a:rPr lang="en-ID" dirty="0" err="1"/>
              <a:t>đồng</a:t>
            </a:r>
            <a:r>
              <a:rPr lang="en-ID" dirty="0"/>
              <a:t> </a:t>
            </a:r>
            <a:r>
              <a:rPr lang="en-ID" dirty="0" err="1"/>
              <a:t>thời</a:t>
            </a:r>
            <a:r>
              <a:rPr lang="en-ID" dirty="0"/>
              <a:t> </a:t>
            </a:r>
            <a:r>
              <a:rPr lang="en-ID" dirty="0" err="1"/>
              <a:t>đóng</a:t>
            </a:r>
            <a:r>
              <a:rPr lang="en-ID" dirty="0"/>
              <a:t> </a:t>
            </a:r>
            <a:r>
              <a:rPr lang="en-ID" dirty="0" err="1"/>
              <a:t>vai</a:t>
            </a:r>
            <a:r>
              <a:rPr lang="en-ID" dirty="0"/>
              <a:t> </a:t>
            </a:r>
            <a:r>
              <a:rPr lang="en-ID" dirty="0" err="1"/>
              <a:t>trò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giao</a:t>
            </a:r>
            <a:r>
              <a:rPr lang="en-ID" dirty="0"/>
              <a:t> </a:t>
            </a:r>
            <a:r>
              <a:rPr lang="en-ID" dirty="0" err="1"/>
              <a:t>diện</a:t>
            </a:r>
            <a:r>
              <a:rPr lang="en-ID" dirty="0"/>
              <a:t> </a:t>
            </a:r>
            <a:r>
              <a:rPr lang="en-ID" dirty="0" err="1"/>
              <a:t>theo</a:t>
            </a:r>
            <a:r>
              <a:rPr lang="en-ID" dirty="0"/>
              <a:t> </a:t>
            </a:r>
            <a:r>
              <a:rPr lang="en-ID" dirty="0" err="1"/>
              <a:t>dõi</a:t>
            </a:r>
            <a:r>
              <a:rPr lang="en-ID" dirty="0"/>
              <a:t> </a:t>
            </a:r>
            <a:r>
              <a:rPr lang="en-ID" dirty="0" err="1"/>
              <a:t>hoạt</a:t>
            </a:r>
            <a:r>
              <a:rPr lang="en-ID" dirty="0"/>
              <a:t> </a:t>
            </a:r>
            <a:r>
              <a:rPr lang="en-ID" dirty="0" err="1"/>
              <a:t>động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thời</a:t>
            </a:r>
            <a:r>
              <a:rPr lang="en-ID" dirty="0"/>
              <a:t> </a:t>
            </a:r>
            <a:r>
              <a:rPr lang="en-ID" dirty="0" err="1"/>
              <a:t>gian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2229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F1005-884C-6020-3965-EC097D2F3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ID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AC539FA-59BE-5242-E92D-B0A33BA6AC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1860689"/>
              </p:ext>
            </p:extLst>
          </p:nvPr>
        </p:nvGraphicFramePr>
        <p:xfrm>
          <a:off x="762000" y="1981200"/>
          <a:ext cx="22323425" cy="419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1860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98230-8025-EA5F-D281-0D7DAAF2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endParaRPr lang="en-ID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A78942A-3EEE-5ECD-6AAA-402025CBD7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2600544"/>
              </p:ext>
            </p:extLst>
          </p:nvPr>
        </p:nvGraphicFramePr>
        <p:xfrm>
          <a:off x="612775" y="1828800"/>
          <a:ext cx="10963275" cy="434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8113224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fcaeb239-e0ad-43c4-9739-4084ddd7c62f_wac_v2" id="{21E82CDE-DB0F-446A-AB1C-C548E4C4E61C}" vid="{FC4C4127-EA88-45F9-9442-09B36E6C91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{7DAA69D8-4081-41AA-AF90-59615CB54555}0f45c1b8-b519-4737-8f12-a18148944ef7-TFfcaeb239-e0ad-43c4-9739-4084ddd7c62fe496f549_win32</Template>
  <TotalTime>61</TotalTime>
  <Words>981</Words>
  <Application>Microsoft Office PowerPoint</Application>
  <PresentationFormat>Widescreen</PresentationFormat>
  <Paragraphs>59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Bahnschrift SemiLight</vt:lpstr>
      <vt:lpstr>Blockwork elegance</vt:lpstr>
      <vt:lpstr>Capstone project proposal</vt:lpstr>
      <vt:lpstr>Mục lục</vt:lpstr>
      <vt:lpstr>Ý tưởng chính của project</vt:lpstr>
      <vt:lpstr>Lý thuyết</vt:lpstr>
      <vt:lpstr>Data generator</vt:lpstr>
      <vt:lpstr>APAche kafka</vt:lpstr>
      <vt:lpstr>Apache spark</vt:lpstr>
      <vt:lpstr>postgresql</vt:lpstr>
      <vt:lpstr>Streamlit Dashboard</vt:lpstr>
      <vt:lpstr>Các bước của chương trình</vt:lpstr>
      <vt:lpstr>Timeline thực hiện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Anh Quan  (S.CECS)</dc:creator>
  <cp:lastModifiedBy>Le Anh Quan  (S.CECS)</cp:lastModifiedBy>
  <cp:revision>1</cp:revision>
  <dcterms:created xsi:type="dcterms:W3CDTF">2026-07-24T03:00:54Z</dcterms:created>
  <dcterms:modified xsi:type="dcterms:W3CDTF">2026-07-24T04:02:14Z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